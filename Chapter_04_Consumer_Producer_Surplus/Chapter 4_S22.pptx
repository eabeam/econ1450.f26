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1.xml" ContentType="application/vnd.openxmlformats-officedocument.presentationml.tags+xml"/>
  <Override PartName="/ppt/notesSlides/notesSlide18.xml" ContentType="application/vnd.openxmlformats-officedocument.presentationml.notesSlide+xml"/>
  <Override PartName="/ppt/tags/tag2.xml" ContentType="application/vnd.openxmlformats-officedocument.presentationml.tags+xml"/>
  <Override PartName="/ppt/notesSlides/notesSlide19.xml" ContentType="application/vnd.openxmlformats-officedocument.presentationml.notesSlide+xml"/>
  <Override PartName="/ppt/tags/tag3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tags/tag4.xml" ContentType="application/vnd.openxmlformats-officedocument.presentationml.tags+xml"/>
  <Override PartName="/ppt/notesSlides/notesSlide25.xml" ContentType="application/vnd.openxmlformats-officedocument.presentationml.notesSlide+xml"/>
  <Override PartName="/ppt/tags/tag5.xml" ContentType="application/vnd.openxmlformats-officedocument.presentationml.tags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tags/tag6.xml" ContentType="application/vnd.openxmlformats-officedocument.presentationml.tags+xml"/>
  <Override PartName="/ppt/notesSlides/notesSlide29.xml" ContentType="application/vnd.openxmlformats-officedocument.presentationml.notesSlide+xml"/>
  <Override PartName="/ppt/tags/tag7.xml" ContentType="application/vnd.openxmlformats-officedocument.presentationml.tags+xml"/>
  <Override PartName="/ppt/notesSlides/notesSlide30.xml" ContentType="application/vnd.openxmlformats-officedocument.presentationml.notesSlide+xml"/>
  <Override PartName="/ppt/tags/tag8.xml" ContentType="application/vnd.openxmlformats-officedocument.presentationml.tags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tags/tag9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1"/>
  </p:notesMasterIdLst>
  <p:handoutMasterIdLst>
    <p:handoutMasterId r:id="rId52"/>
  </p:handoutMasterIdLst>
  <p:sldIdLst>
    <p:sldId id="395" r:id="rId2"/>
    <p:sldId id="401" r:id="rId3"/>
    <p:sldId id="409" r:id="rId4"/>
    <p:sldId id="417" r:id="rId5"/>
    <p:sldId id="256" r:id="rId6"/>
    <p:sldId id="393" r:id="rId7"/>
    <p:sldId id="364" r:id="rId8"/>
    <p:sldId id="365" r:id="rId9"/>
    <p:sldId id="410" r:id="rId10"/>
    <p:sldId id="367" r:id="rId11"/>
    <p:sldId id="368" r:id="rId12"/>
    <p:sldId id="370" r:id="rId13"/>
    <p:sldId id="411" r:id="rId14"/>
    <p:sldId id="336" r:id="rId15"/>
    <p:sldId id="350" r:id="rId16"/>
    <p:sldId id="351" r:id="rId17"/>
    <p:sldId id="352" r:id="rId18"/>
    <p:sldId id="346" r:id="rId19"/>
    <p:sldId id="257" r:id="rId20"/>
    <p:sldId id="303" r:id="rId21"/>
    <p:sldId id="305" r:id="rId22"/>
    <p:sldId id="306" r:id="rId23"/>
    <p:sldId id="337" r:id="rId24"/>
    <p:sldId id="412" r:id="rId25"/>
    <p:sldId id="335" r:id="rId26"/>
    <p:sldId id="338" r:id="rId27"/>
    <p:sldId id="413" r:id="rId28"/>
    <p:sldId id="414" r:id="rId29"/>
    <p:sldId id="415" r:id="rId30"/>
    <p:sldId id="307" r:id="rId31"/>
    <p:sldId id="416" r:id="rId32"/>
    <p:sldId id="308" r:id="rId33"/>
    <p:sldId id="332" r:id="rId34"/>
    <p:sldId id="341" r:id="rId35"/>
    <p:sldId id="310" r:id="rId36"/>
    <p:sldId id="311" r:id="rId37"/>
    <p:sldId id="313" r:id="rId38"/>
    <p:sldId id="420" r:id="rId39"/>
    <p:sldId id="421" r:id="rId40"/>
    <p:sldId id="422" r:id="rId41"/>
    <p:sldId id="423" r:id="rId42"/>
    <p:sldId id="418" r:id="rId43"/>
    <p:sldId id="419" r:id="rId44"/>
    <p:sldId id="342" r:id="rId45"/>
    <p:sldId id="343" r:id="rId46"/>
    <p:sldId id="345" r:id="rId47"/>
    <p:sldId id="333" r:id="rId48"/>
    <p:sldId id="334" r:id="rId49"/>
    <p:sldId id="331" r:id="rId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86995E-0CE6-E048-8F58-E04B178634C1}" v="28" dt="2022-01-27T19:03:06.9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36" autoAdjust="0"/>
    <p:restoredTop sz="86479" autoAdjust="0"/>
  </p:normalViewPr>
  <p:slideViewPr>
    <p:cSldViewPr snapToGrid="0" snapToObjects="1">
      <p:cViewPr varScale="1">
        <p:scale>
          <a:sx n="101" d="100"/>
          <a:sy n="101" d="100"/>
        </p:scale>
        <p:origin x="1048" y="20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16744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ily Beam" userId="936d34b1-6a49-4345-ae02-8326dc81bf0d" providerId="ADAL" clId="{2A86995E-0CE6-E048-8F58-E04B178634C1}"/>
    <pc:docChg chg="undo custSel addSld delSld modSld sldOrd">
      <pc:chgData name="Emily Beam" userId="936d34b1-6a49-4345-ae02-8326dc81bf0d" providerId="ADAL" clId="{2A86995E-0CE6-E048-8F58-E04B178634C1}" dt="2022-01-27T19:03:06.984" v="1874"/>
      <pc:docMkLst>
        <pc:docMk/>
      </pc:docMkLst>
      <pc:sldChg chg="mod ord modShow">
        <pc:chgData name="Emily Beam" userId="936d34b1-6a49-4345-ae02-8326dc81bf0d" providerId="ADAL" clId="{2A86995E-0CE6-E048-8F58-E04B178634C1}" dt="2022-01-21T02:32:16.598" v="169" actId="729"/>
        <pc:sldMkLst>
          <pc:docMk/>
          <pc:sldMk cId="910310204" sldId="256"/>
        </pc:sldMkLst>
      </pc:sldChg>
      <pc:sldChg chg="modSp mod">
        <pc:chgData name="Emily Beam" userId="936d34b1-6a49-4345-ae02-8326dc81bf0d" providerId="ADAL" clId="{2A86995E-0CE6-E048-8F58-E04B178634C1}" dt="2022-01-22T19:04:07.185" v="1197" actId="14100"/>
        <pc:sldMkLst>
          <pc:docMk/>
          <pc:sldMk cId="3380658562" sldId="332"/>
        </pc:sldMkLst>
        <pc:spChg chg="mod">
          <ac:chgData name="Emily Beam" userId="936d34b1-6a49-4345-ae02-8326dc81bf0d" providerId="ADAL" clId="{2A86995E-0CE6-E048-8F58-E04B178634C1}" dt="2022-01-22T19:04:07.185" v="1197" actId="14100"/>
          <ac:spMkLst>
            <pc:docMk/>
            <pc:sldMk cId="3380658562" sldId="332"/>
            <ac:spMk id="6" creationId="{46D78AFE-D7AB-2346-8FD8-3A0AF0D83769}"/>
          </ac:spMkLst>
        </pc:spChg>
      </pc:sldChg>
      <pc:sldChg chg="modSp mod">
        <pc:chgData name="Emily Beam" userId="936d34b1-6a49-4345-ae02-8326dc81bf0d" providerId="ADAL" clId="{2A86995E-0CE6-E048-8F58-E04B178634C1}" dt="2022-01-22T19:06:19.717" v="1227" actId="5793"/>
        <pc:sldMkLst>
          <pc:docMk/>
          <pc:sldMk cId="2358860678" sldId="334"/>
        </pc:sldMkLst>
        <pc:spChg chg="mod">
          <ac:chgData name="Emily Beam" userId="936d34b1-6a49-4345-ae02-8326dc81bf0d" providerId="ADAL" clId="{2A86995E-0CE6-E048-8F58-E04B178634C1}" dt="2022-01-22T19:06:19.717" v="1227" actId="5793"/>
          <ac:spMkLst>
            <pc:docMk/>
            <pc:sldMk cId="2358860678" sldId="334"/>
            <ac:spMk id="4" creationId="{36CB3491-0427-3742-97B6-953E804FAF52}"/>
          </ac:spMkLst>
        </pc:spChg>
      </pc:sldChg>
      <pc:sldChg chg="add del">
        <pc:chgData name="Emily Beam" userId="936d34b1-6a49-4345-ae02-8326dc81bf0d" providerId="ADAL" clId="{2A86995E-0CE6-E048-8F58-E04B178634C1}" dt="2022-01-22T19:12:00.683" v="1441" actId="2696"/>
        <pc:sldMkLst>
          <pc:docMk/>
          <pc:sldMk cId="2149514622" sldId="336"/>
        </pc:sldMkLst>
      </pc:sldChg>
      <pc:sldChg chg="delSp mod">
        <pc:chgData name="Emily Beam" userId="936d34b1-6a49-4345-ae02-8326dc81bf0d" providerId="ADAL" clId="{2A86995E-0CE6-E048-8F58-E04B178634C1}" dt="2022-01-22T19:00:55.242" v="699" actId="478"/>
        <pc:sldMkLst>
          <pc:docMk/>
          <pc:sldMk cId="2332705886" sldId="337"/>
        </pc:sldMkLst>
        <pc:spChg chg="del">
          <ac:chgData name="Emily Beam" userId="936d34b1-6a49-4345-ae02-8326dc81bf0d" providerId="ADAL" clId="{2A86995E-0CE6-E048-8F58-E04B178634C1}" dt="2022-01-22T19:00:55.242" v="699" actId="478"/>
          <ac:spMkLst>
            <pc:docMk/>
            <pc:sldMk cId="2332705886" sldId="337"/>
            <ac:spMk id="4" creationId="{21F4012C-808F-C640-9A0E-19F47FD62DB5}"/>
          </ac:spMkLst>
        </pc:spChg>
      </pc:sldChg>
      <pc:sldChg chg="modSp mod">
        <pc:chgData name="Emily Beam" userId="936d34b1-6a49-4345-ae02-8326dc81bf0d" providerId="ADAL" clId="{2A86995E-0CE6-E048-8F58-E04B178634C1}" dt="2022-01-22T19:05:20.977" v="1220" actId="1076"/>
        <pc:sldMkLst>
          <pc:docMk/>
          <pc:sldMk cId="3308901620" sldId="341"/>
        </pc:sldMkLst>
        <pc:spChg chg="mod">
          <ac:chgData name="Emily Beam" userId="936d34b1-6a49-4345-ae02-8326dc81bf0d" providerId="ADAL" clId="{2A86995E-0CE6-E048-8F58-E04B178634C1}" dt="2022-01-22T19:05:17.705" v="1219" actId="14100"/>
          <ac:spMkLst>
            <pc:docMk/>
            <pc:sldMk cId="3308901620" sldId="341"/>
            <ac:spMk id="6" creationId="{46D78AFE-D7AB-2346-8FD8-3A0AF0D83769}"/>
          </ac:spMkLst>
        </pc:spChg>
        <pc:picChg chg="mod">
          <ac:chgData name="Emily Beam" userId="936d34b1-6a49-4345-ae02-8326dc81bf0d" providerId="ADAL" clId="{2A86995E-0CE6-E048-8F58-E04B178634C1}" dt="2022-01-22T19:05:20.977" v="1220" actId="1076"/>
          <ac:picMkLst>
            <pc:docMk/>
            <pc:sldMk cId="3308901620" sldId="341"/>
            <ac:picMk id="4" creationId="{FCE5C35B-E667-D94F-8BFA-7037AB712865}"/>
          </ac:picMkLst>
        </pc:picChg>
      </pc:sldChg>
      <pc:sldChg chg="add del">
        <pc:chgData name="Emily Beam" userId="936d34b1-6a49-4345-ae02-8326dc81bf0d" providerId="ADAL" clId="{2A86995E-0CE6-E048-8F58-E04B178634C1}" dt="2022-01-22T19:12:00.683" v="1441" actId="2696"/>
        <pc:sldMkLst>
          <pc:docMk/>
          <pc:sldMk cId="1490639164" sldId="346"/>
        </pc:sldMkLst>
      </pc:sldChg>
      <pc:sldChg chg="del">
        <pc:chgData name="Emily Beam" userId="936d34b1-6a49-4345-ae02-8326dc81bf0d" providerId="ADAL" clId="{2A86995E-0CE6-E048-8F58-E04B178634C1}" dt="2022-01-21T02:37:34.467" v="390" actId="2696"/>
        <pc:sldMkLst>
          <pc:docMk/>
          <pc:sldMk cId="937187130" sldId="347"/>
        </pc:sldMkLst>
      </pc:sldChg>
      <pc:sldChg chg="del">
        <pc:chgData name="Emily Beam" userId="936d34b1-6a49-4345-ae02-8326dc81bf0d" providerId="ADAL" clId="{2A86995E-0CE6-E048-8F58-E04B178634C1}" dt="2022-01-21T02:37:34.836" v="391" actId="2696"/>
        <pc:sldMkLst>
          <pc:docMk/>
          <pc:sldMk cId="4286506016" sldId="348"/>
        </pc:sldMkLst>
      </pc:sldChg>
      <pc:sldChg chg="del">
        <pc:chgData name="Emily Beam" userId="936d34b1-6a49-4345-ae02-8326dc81bf0d" providerId="ADAL" clId="{2A86995E-0CE6-E048-8F58-E04B178634C1}" dt="2022-01-21T02:37:35.210" v="392" actId="2696"/>
        <pc:sldMkLst>
          <pc:docMk/>
          <pc:sldMk cId="1439105206" sldId="349"/>
        </pc:sldMkLst>
      </pc:sldChg>
      <pc:sldChg chg="add del mod modShow">
        <pc:chgData name="Emily Beam" userId="936d34b1-6a49-4345-ae02-8326dc81bf0d" providerId="ADAL" clId="{2A86995E-0CE6-E048-8F58-E04B178634C1}" dt="2022-01-22T19:12:03.187" v="1442" actId="729"/>
        <pc:sldMkLst>
          <pc:docMk/>
          <pc:sldMk cId="1530685062" sldId="350"/>
        </pc:sldMkLst>
      </pc:sldChg>
      <pc:sldChg chg="add del">
        <pc:chgData name="Emily Beam" userId="936d34b1-6a49-4345-ae02-8326dc81bf0d" providerId="ADAL" clId="{2A86995E-0CE6-E048-8F58-E04B178634C1}" dt="2022-01-22T19:12:00.683" v="1441" actId="2696"/>
        <pc:sldMkLst>
          <pc:docMk/>
          <pc:sldMk cId="3926511611" sldId="351"/>
        </pc:sldMkLst>
      </pc:sldChg>
      <pc:sldChg chg="add del">
        <pc:chgData name="Emily Beam" userId="936d34b1-6a49-4345-ae02-8326dc81bf0d" providerId="ADAL" clId="{2A86995E-0CE6-E048-8F58-E04B178634C1}" dt="2022-01-22T19:12:00.683" v="1441" actId="2696"/>
        <pc:sldMkLst>
          <pc:docMk/>
          <pc:sldMk cId="1982512725" sldId="352"/>
        </pc:sldMkLst>
      </pc:sldChg>
      <pc:sldChg chg="del">
        <pc:chgData name="Emily Beam" userId="936d34b1-6a49-4345-ae02-8326dc81bf0d" providerId="ADAL" clId="{2A86995E-0CE6-E048-8F58-E04B178634C1}" dt="2022-01-22T19:00:10.179" v="636" actId="2696"/>
        <pc:sldMkLst>
          <pc:docMk/>
          <pc:sldMk cId="2357034390" sldId="353"/>
        </pc:sldMkLst>
      </pc:sldChg>
      <pc:sldChg chg="del">
        <pc:chgData name="Emily Beam" userId="936d34b1-6a49-4345-ae02-8326dc81bf0d" providerId="ADAL" clId="{2A86995E-0CE6-E048-8F58-E04B178634C1}" dt="2022-01-22T19:00:11.053" v="637" actId="2696"/>
        <pc:sldMkLst>
          <pc:docMk/>
          <pc:sldMk cId="1745160617" sldId="354"/>
        </pc:sldMkLst>
      </pc:sldChg>
      <pc:sldChg chg="del">
        <pc:chgData name="Emily Beam" userId="936d34b1-6a49-4345-ae02-8326dc81bf0d" providerId="ADAL" clId="{2A86995E-0CE6-E048-8F58-E04B178634C1}" dt="2022-01-22T19:00:11.534" v="638" actId="2696"/>
        <pc:sldMkLst>
          <pc:docMk/>
          <pc:sldMk cId="3954024707" sldId="355"/>
        </pc:sldMkLst>
      </pc:sldChg>
      <pc:sldChg chg="del">
        <pc:chgData name="Emily Beam" userId="936d34b1-6a49-4345-ae02-8326dc81bf0d" providerId="ADAL" clId="{2A86995E-0CE6-E048-8F58-E04B178634C1}" dt="2022-01-22T19:01:00.867" v="701" actId="2696"/>
        <pc:sldMkLst>
          <pc:docMk/>
          <pc:sldMk cId="1670446068" sldId="356"/>
        </pc:sldMkLst>
      </pc:sldChg>
      <pc:sldChg chg="del">
        <pc:chgData name="Emily Beam" userId="936d34b1-6a49-4345-ae02-8326dc81bf0d" providerId="ADAL" clId="{2A86995E-0CE6-E048-8F58-E04B178634C1}" dt="2022-01-22T19:01:00.867" v="701" actId="2696"/>
        <pc:sldMkLst>
          <pc:docMk/>
          <pc:sldMk cId="574316471" sldId="357"/>
        </pc:sldMkLst>
      </pc:sldChg>
      <pc:sldChg chg="del">
        <pc:chgData name="Emily Beam" userId="936d34b1-6a49-4345-ae02-8326dc81bf0d" providerId="ADAL" clId="{2A86995E-0CE6-E048-8F58-E04B178634C1}" dt="2022-01-22T19:01:00.867" v="701" actId="2696"/>
        <pc:sldMkLst>
          <pc:docMk/>
          <pc:sldMk cId="1199821386" sldId="358"/>
        </pc:sldMkLst>
      </pc:sldChg>
      <pc:sldChg chg="del">
        <pc:chgData name="Emily Beam" userId="936d34b1-6a49-4345-ae02-8326dc81bf0d" providerId="ADAL" clId="{2A86995E-0CE6-E048-8F58-E04B178634C1}" dt="2022-01-22T19:01:04.660" v="702" actId="2696"/>
        <pc:sldMkLst>
          <pc:docMk/>
          <pc:sldMk cId="3038052581" sldId="359"/>
        </pc:sldMkLst>
      </pc:sldChg>
      <pc:sldChg chg="del">
        <pc:chgData name="Emily Beam" userId="936d34b1-6a49-4345-ae02-8326dc81bf0d" providerId="ADAL" clId="{2A86995E-0CE6-E048-8F58-E04B178634C1}" dt="2022-01-22T19:01:04.660" v="702" actId="2696"/>
        <pc:sldMkLst>
          <pc:docMk/>
          <pc:sldMk cId="910250030" sldId="360"/>
        </pc:sldMkLst>
      </pc:sldChg>
      <pc:sldChg chg="del">
        <pc:chgData name="Emily Beam" userId="936d34b1-6a49-4345-ae02-8326dc81bf0d" providerId="ADAL" clId="{2A86995E-0CE6-E048-8F58-E04B178634C1}" dt="2022-01-22T19:01:04.660" v="702" actId="2696"/>
        <pc:sldMkLst>
          <pc:docMk/>
          <pc:sldMk cId="2970909953" sldId="361"/>
        </pc:sldMkLst>
      </pc:sldChg>
      <pc:sldChg chg="del">
        <pc:chgData name="Emily Beam" userId="936d34b1-6a49-4345-ae02-8326dc81bf0d" providerId="ADAL" clId="{2A86995E-0CE6-E048-8F58-E04B178634C1}" dt="2022-01-21T02:32:58.755" v="214" actId="2696"/>
        <pc:sldMkLst>
          <pc:docMk/>
          <pc:sldMk cId="1916225618" sldId="362"/>
        </pc:sldMkLst>
      </pc:sldChg>
      <pc:sldChg chg="modSp mod">
        <pc:chgData name="Emily Beam" userId="936d34b1-6a49-4345-ae02-8326dc81bf0d" providerId="ADAL" clId="{2A86995E-0CE6-E048-8F58-E04B178634C1}" dt="2022-01-21T02:35:34.597" v="248" actId="20577"/>
        <pc:sldMkLst>
          <pc:docMk/>
          <pc:sldMk cId="1247649357" sldId="364"/>
        </pc:sldMkLst>
        <pc:spChg chg="mod">
          <ac:chgData name="Emily Beam" userId="936d34b1-6a49-4345-ae02-8326dc81bf0d" providerId="ADAL" clId="{2A86995E-0CE6-E048-8F58-E04B178634C1}" dt="2022-01-21T02:35:34.597" v="248" actId="20577"/>
          <ac:spMkLst>
            <pc:docMk/>
            <pc:sldMk cId="1247649357" sldId="364"/>
            <ac:spMk id="2" creationId="{00000000-0000-0000-0000-000000000000}"/>
          </ac:spMkLst>
        </pc:spChg>
        <pc:spChg chg="mod">
          <ac:chgData name="Emily Beam" userId="936d34b1-6a49-4345-ae02-8326dc81bf0d" providerId="ADAL" clId="{2A86995E-0CE6-E048-8F58-E04B178634C1}" dt="2022-01-21T02:35:32.256" v="247" actId="20577"/>
          <ac:spMkLst>
            <pc:docMk/>
            <pc:sldMk cId="1247649357" sldId="364"/>
            <ac:spMk id="3" creationId="{00000000-0000-0000-0000-000000000000}"/>
          </ac:spMkLst>
        </pc:spChg>
      </pc:sldChg>
      <pc:sldChg chg="modSp mod">
        <pc:chgData name="Emily Beam" userId="936d34b1-6a49-4345-ae02-8326dc81bf0d" providerId="ADAL" clId="{2A86995E-0CE6-E048-8F58-E04B178634C1}" dt="2022-01-21T02:35:56.175" v="303" actId="20577"/>
        <pc:sldMkLst>
          <pc:docMk/>
          <pc:sldMk cId="2632926032" sldId="365"/>
        </pc:sldMkLst>
        <pc:spChg chg="mod">
          <ac:chgData name="Emily Beam" userId="936d34b1-6a49-4345-ae02-8326dc81bf0d" providerId="ADAL" clId="{2A86995E-0CE6-E048-8F58-E04B178634C1}" dt="2022-01-21T02:35:56.175" v="303" actId="20577"/>
          <ac:spMkLst>
            <pc:docMk/>
            <pc:sldMk cId="2632926032" sldId="365"/>
            <ac:spMk id="2" creationId="{00000000-0000-0000-0000-000000000000}"/>
          </ac:spMkLst>
        </pc:spChg>
      </pc:sldChg>
      <pc:sldChg chg="del">
        <pc:chgData name="Emily Beam" userId="936d34b1-6a49-4345-ae02-8326dc81bf0d" providerId="ADAL" clId="{2A86995E-0CE6-E048-8F58-E04B178634C1}" dt="2022-01-21T02:36:14.028" v="307" actId="2696"/>
        <pc:sldMkLst>
          <pc:docMk/>
          <pc:sldMk cId="3232699393" sldId="366"/>
        </pc:sldMkLst>
      </pc:sldChg>
      <pc:sldChg chg="delSp modSp mod modClrScheme modShow chgLayout">
        <pc:chgData name="Emily Beam" userId="936d34b1-6a49-4345-ae02-8326dc81bf0d" providerId="ADAL" clId="{2A86995E-0CE6-E048-8F58-E04B178634C1}" dt="2022-01-25T17:00:25.945" v="1733" actId="729"/>
        <pc:sldMkLst>
          <pc:docMk/>
          <pc:sldMk cId="3447171818" sldId="367"/>
        </pc:sldMkLst>
        <pc:spChg chg="mod ord">
          <ac:chgData name="Emily Beam" userId="936d34b1-6a49-4345-ae02-8326dc81bf0d" providerId="ADAL" clId="{2A86995E-0CE6-E048-8F58-E04B178634C1}" dt="2022-01-21T02:37:46.907" v="393" actId="700"/>
          <ac:spMkLst>
            <pc:docMk/>
            <pc:sldMk cId="3447171818" sldId="367"/>
            <ac:spMk id="2" creationId="{90214611-B2CE-9347-A9F3-63BC5DA2A493}"/>
          </ac:spMkLst>
        </pc:spChg>
        <pc:spChg chg="mod ord">
          <ac:chgData name="Emily Beam" userId="936d34b1-6a49-4345-ae02-8326dc81bf0d" providerId="ADAL" clId="{2A86995E-0CE6-E048-8F58-E04B178634C1}" dt="2022-01-22T19:07:13.224" v="1231" actId="27636"/>
          <ac:spMkLst>
            <pc:docMk/>
            <pc:sldMk cId="3447171818" sldId="367"/>
            <ac:spMk id="3" creationId="{00C9E09E-DD32-1A4E-B909-5807BFE4B03D}"/>
          </ac:spMkLst>
        </pc:spChg>
        <pc:picChg chg="del mod">
          <ac:chgData name="Emily Beam" userId="936d34b1-6a49-4345-ae02-8326dc81bf0d" providerId="ADAL" clId="{2A86995E-0CE6-E048-8F58-E04B178634C1}" dt="2022-01-22T19:07:11.842" v="1229" actId="478"/>
          <ac:picMkLst>
            <pc:docMk/>
            <pc:sldMk cId="3447171818" sldId="367"/>
            <ac:picMk id="1026" creationId="{368A5F62-5EE8-B04E-99C4-0BD57CDC1600}"/>
          </ac:picMkLst>
        </pc:picChg>
      </pc:sldChg>
      <pc:sldChg chg="del">
        <pc:chgData name="Emily Beam" userId="936d34b1-6a49-4345-ae02-8326dc81bf0d" providerId="ADAL" clId="{2A86995E-0CE6-E048-8F58-E04B178634C1}" dt="2022-01-21T02:38:11.953" v="398" actId="2696"/>
        <pc:sldMkLst>
          <pc:docMk/>
          <pc:sldMk cId="3093790291" sldId="369"/>
        </pc:sldMkLst>
      </pc:sldChg>
      <pc:sldChg chg="addSp delSp modSp mod">
        <pc:chgData name="Emily Beam" userId="936d34b1-6a49-4345-ae02-8326dc81bf0d" providerId="ADAL" clId="{2A86995E-0CE6-E048-8F58-E04B178634C1}" dt="2022-01-22T19:11:08.909" v="1404" actId="20577"/>
        <pc:sldMkLst>
          <pc:docMk/>
          <pc:sldMk cId="2140193913" sldId="370"/>
        </pc:sldMkLst>
        <pc:spChg chg="mod">
          <ac:chgData name="Emily Beam" userId="936d34b1-6a49-4345-ae02-8326dc81bf0d" providerId="ADAL" clId="{2A86995E-0CE6-E048-8F58-E04B178634C1}" dt="2022-01-22T19:11:08.909" v="1404" actId="20577"/>
          <ac:spMkLst>
            <pc:docMk/>
            <pc:sldMk cId="2140193913" sldId="370"/>
            <ac:spMk id="3" creationId="{1B55C4C4-00C4-2042-B843-003DF214B258}"/>
          </ac:spMkLst>
        </pc:spChg>
        <pc:picChg chg="add mod modCrop">
          <ac:chgData name="Emily Beam" userId="936d34b1-6a49-4345-ae02-8326dc81bf0d" providerId="ADAL" clId="{2A86995E-0CE6-E048-8F58-E04B178634C1}" dt="2022-01-22T19:11:04.043" v="1390" actId="1076"/>
          <ac:picMkLst>
            <pc:docMk/>
            <pc:sldMk cId="2140193913" sldId="370"/>
            <ac:picMk id="4" creationId="{3EADE335-C918-5740-A7C9-A0A025FBF021}"/>
          </ac:picMkLst>
        </pc:picChg>
        <pc:picChg chg="del">
          <ac:chgData name="Emily Beam" userId="936d34b1-6a49-4345-ae02-8326dc81bf0d" providerId="ADAL" clId="{2A86995E-0CE6-E048-8F58-E04B178634C1}" dt="2022-01-22T19:10:47.086" v="1386" actId="478"/>
          <ac:picMkLst>
            <pc:docMk/>
            <pc:sldMk cId="2140193913" sldId="370"/>
            <ac:picMk id="2050" creationId="{AB5F76FF-C715-3946-AB70-AB70839DA3FF}"/>
          </ac:picMkLst>
        </pc:picChg>
      </pc:sldChg>
      <pc:sldChg chg="del">
        <pc:chgData name="Emily Beam" userId="936d34b1-6a49-4345-ae02-8326dc81bf0d" providerId="ADAL" clId="{2A86995E-0CE6-E048-8F58-E04B178634C1}" dt="2022-01-22T19:11:39.512" v="1437" actId="2696"/>
        <pc:sldMkLst>
          <pc:docMk/>
          <pc:sldMk cId="4050193649" sldId="371"/>
        </pc:sldMkLst>
      </pc:sldChg>
      <pc:sldChg chg="del">
        <pc:chgData name="Emily Beam" userId="936d34b1-6a49-4345-ae02-8326dc81bf0d" providerId="ADAL" clId="{2A86995E-0CE6-E048-8F58-E04B178634C1}" dt="2022-01-22T19:11:40.125" v="1438" actId="2696"/>
        <pc:sldMkLst>
          <pc:docMk/>
          <pc:sldMk cId="1317508250" sldId="372"/>
        </pc:sldMkLst>
      </pc:sldChg>
      <pc:sldChg chg="del">
        <pc:chgData name="Emily Beam" userId="936d34b1-6a49-4345-ae02-8326dc81bf0d" providerId="ADAL" clId="{2A86995E-0CE6-E048-8F58-E04B178634C1}" dt="2022-01-22T19:11:40.918" v="1439" actId="2696"/>
        <pc:sldMkLst>
          <pc:docMk/>
          <pc:sldMk cId="1466315429" sldId="373"/>
        </pc:sldMkLst>
      </pc:sldChg>
      <pc:sldChg chg="modSp del mod">
        <pc:chgData name="Emily Beam" userId="936d34b1-6a49-4345-ae02-8326dc81bf0d" providerId="ADAL" clId="{2A86995E-0CE6-E048-8F58-E04B178634C1}" dt="2022-01-22T19:11:38.272" v="1434" actId="2696"/>
        <pc:sldMkLst>
          <pc:docMk/>
          <pc:sldMk cId="1587655595" sldId="374"/>
        </pc:sldMkLst>
        <pc:picChg chg="mod">
          <ac:chgData name="Emily Beam" userId="936d34b1-6a49-4345-ae02-8326dc81bf0d" providerId="ADAL" clId="{2A86995E-0CE6-E048-8F58-E04B178634C1}" dt="2022-01-21T02:38:28.369" v="400" actId="1076"/>
          <ac:picMkLst>
            <pc:docMk/>
            <pc:sldMk cId="1587655595" sldId="374"/>
            <ac:picMk id="5" creationId="{A6C7ACF4-97A9-0844-BD00-9CED50CD7C2F}"/>
          </ac:picMkLst>
        </pc:picChg>
      </pc:sldChg>
      <pc:sldChg chg="del">
        <pc:chgData name="Emily Beam" userId="936d34b1-6a49-4345-ae02-8326dc81bf0d" providerId="ADAL" clId="{2A86995E-0CE6-E048-8F58-E04B178634C1}" dt="2022-01-22T19:11:38.405" v="1435" actId="2696"/>
        <pc:sldMkLst>
          <pc:docMk/>
          <pc:sldMk cId="4191978786" sldId="375"/>
        </pc:sldMkLst>
      </pc:sldChg>
      <pc:sldChg chg="del">
        <pc:chgData name="Emily Beam" userId="936d34b1-6a49-4345-ae02-8326dc81bf0d" providerId="ADAL" clId="{2A86995E-0CE6-E048-8F58-E04B178634C1}" dt="2022-01-22T19:11:39.046" v="1436" actId="2696"/>
        <pc:sldMkLst>
          <pc:docMk/>
          <pc:sldMk cId="1285868251" sldId="376"/>
        </pc:sldMkLst>
      </pc:sldChg>
      <pc:sldChg chg="del">
        <pc:chgData name="Emily Beam" userId="936d34b1-6a49-4345-ae02-8326dc81bf0d" providerId="ADAL" clId="{2A86995E-0CE6-E048-8F58-E04B178634C1}" dt="2022-01-22T19:03:55.462" v="1193" actId="2696"/>
        <pc:sldMkLst>
          <pc:docMk/>
          <pc:sldMk cId="2687049052" sldId="377"/>
        </pc:sldMkLst>
      </pc:sldChg>
      <pc:sldChg chg="del">
        <pc:chgData name="Emily Beam" userId="936d34b1-6a49-4345-ae02-8326dc81bf0d" providerId="ADAL" clId="{2A86995E-0CE6-E048-8F58-E04B178634C1}" dt="2022-01-22T19:03:55.951" v="1194" actId="2696"/>
        <pc:sldMkLst>
          <pc:docMk/>
          <pc:sldMk cId="1023143763" sldId="378"/>
        </pc:sldMkLst>
      </pc:sldChg>
      <pc:sldChg chg="del">
        <pc:chgData name="Emily Beam" userId="936d34b1-6a49-4345-ae02-8326dc81bf0d" providerId="ADAL" clId="{2A86995E-0CE6-E048-8F58-E04B178634C1}" dt="2022-01-22T19:03:56.844" v="1195" actId="2696"/>
        <pc:sldMkLst>
          <pc:docMk/>
          <pc:sldMk cId="395096196" sldId="379"/>
        </pc:sldMkLst>
      </pc:sldChg>
      <pc:sldChg chg="del">
        <pc:chgData name="Emily Beam" userId="936d34b1-6a49-4345-ae02-8326dc81bf0d" providerId="ADAL" clId="{2A86995E-0CE6-E048-8F58-E04B178634C1}" dt="2022-01-22T19:04:52.310" v="1198" actId="2696"/>
        <pc:sldMkLst>
          <pc:docMk/>
          <pc:sldMk cId="4271823179" sldId="380"/>
        </pc:sldMkLst>
      </pc:sldChg>
      <pc:sldChg chg="del">
        <pc:chgData name="Emily Beam" userId="936d34b1-6a49-4345-ae02-8326dc81bf0d" providerId="ADAL" clId="{2A86995E-0CE6-E048-8F58-E04B178634C1}" dt="2022-01-22T19:05:03.958" v="1200" actId="2696"/>
        <pc:sldMkLst>
          <pc:docMk/>
          <pc:sldMk cId="116284873" sldId="381"/>
        </pc:sldMkLst>
      </pc:sldChg>
      <pc:sldChg chg="del">
        <pc:chgData name="Emily Beam" userId="936d34b1-6a49-4345-ae02-8326dc81bf0d" providerId="ADAL" clId="{2A86995E-0CE6-E048-8F58-E04B178634C1}" dt="2022-01-22T19:05:04.359" v="1201" actId="2696"/>
        <pc:sldMkLst>
          <pc:docMk/>
          <pc:sldMk cId="1608397862" sldId="382"/>
        </pc:sldMkLst>
      </pc:sldChg>
      <pc:sldChg chg="del">
        <pc:chgData name="Emily Beam" userId="936d34b1-6a49-4345-ae02-8326dc81bf0d" providerId="ADAL" clId="{2A86995E-0CE6-E048-8F58-E04B178634C1}" dt="2022-01-22T19:01:55.467" v="896" actId="2696"/>
        <pc:sldMkLst>
          <pc:docMk/>
          <pc:sldMk cId="4174433341" sldId="383"/>
        </pc:sldMkLst>
      </pc:sldChg>
      <pc:sldChg chg="del">
        <pc:chgData name="Emily Beam" userId="936d34b1-6a49-4345-ae02-8326dc81bf0d" providerId="ADAL" clId="{2A86995E-0CE6-E048-8F58-E04B178634C1}" dt="2022-01-22T19:01:55.467" v="896" actId="2696"/>
        <pc:sldMkLst>
          <pc:docMk/>
          <pc:sldMk cId="1632004884" sldId="384"/>
        </pc:sldMkLst>
      </pc:sldChg>
      <pc:sldChg chg="del">
        <pc:chgData name="Emily Beam" userId="936d34b1-6a49-4345-ae02-8326dc81bf0d" providerId="ADAL" clId="{2A86995E-0CE6-E048-8F58-E04B178634C1}" dt="2022-01-22T19:01:55.467" v="896" actId="2696"/>
        <pc:sldMkLst>
          <pc:docMk/>
          <pc:sldMk cId="1836017310" sldId="385"/>
        </pc:sldMkLst>
      </pc:sldChg>
      <pc:sldChg chg="del">
        <pc:chgData name="Emily Beam" userId="936d34b1-6a49-4345-ae02-8326dc81bf0d" providerId="ADAL" clId="{2A86995E-0CE6-E048-8F58-E04B178634C1}" dt="2022-01-22T19:02:52.259" v="1100" actId="2696"/>
        <pc:sldMkLst>
          <pc:docMk/>
          <pc:sldMk cId="173002371" sldId="386"/>
        </pc:sldMkLst>
      </pc:sldChg>
      <pc:sldChg chg="del">
        <pc:chgData name="Emily Beam" userId="936d34b1-6a49-4345-ae02-8326dc81bf0d" providerId="ADAL" clId="{2A86995E-0CE6-E048-8F58-E04B178634C1}" dt="2022-01-22T19:02:54.194" v="1101" actId="2696"/>
        <pc:sldMkLst>
          <pc:docMk/>
          <pc:sldMk cId="1943312248" sldId="387"/>
        </pc:sldMkLst>
      </pc:sldChg>
      <pc:sldChg chg="del">
        <pc:chgData name="Emily Beam" userId="936d34b1-6a49-4345-ae02-8326dc81bf0d" providerId="ADAL" clId="{2A86995E-0CE6-E048-8F58-E04B178634C1}" dt="2022-01-22T19:02:55.035" v="1102" actId="2696"/>
        <pc:sldMkLst>
          <pc:docMk/>
          <pc:sldMk cId="512075740" sldId="388"/>
        </pc:sldMkLst>
      </pc:sldChg>
      <pc:sldChg chg="del">
        <pc:chgData name="Emily Beam" userId="936d34b1-6a49-4345-ae02-8326dc81bf0d" providerId="ADAL" clId="{2A86995E-0CE6-E048-8F58-E04B178634C1}" dt="2022-01-22T19:05:29.626" v="1221" actId="2696"/>
        <pc:sldMkLst>
          <pc:docMk/>
          <pc:sldMk cId="3940857066" sldId="389"/>
        </pc:sldMkLst>
      </pc:sldChg>
      <pc:sldChg chg="del">
        <pc:chgData name="Emily Beam" userId="936d34b1-6a49-4345-ae02-8326dc81bf0d" providerId="ADAL" clId="{2A86995E-0CE6-E048-8F58-E04B178634C1}" dt="2022-01-22T19:05:38.700" v="1224" actId="2696"/>
        <pc:sldMkLst>
          <pc:docMk/>
          <pc:sldMk cId="2851640464" sldId="390"/>
        </pc:sldMkLst>
      </pc:sldChg>
      <pc:sldChg chg="del">
        <pc:chgData name="Emily Beam" userId="936d34b1-6a49-4345-ae02-8326dc81bf0d" providerId="ADAL" clId="{2A86995E-0CE6-E048-8F58-E04B178634C1}" dt="2022-01-22T19:05:37.724" v="1223" actId="2696"/>
        <pc:sldMkLst>
          <pc:docMk/>
          <pc:sldMk cId="1681569916" sldId="391"/>
        </pc:sldMkLst>
      </pc:sldChg>
      <pc:sldChg chg="del">
        <pc:chgData name="Emily Beam" userId="936d34b1-6a49-4345-ae02-8326dc81bf0d" providerId="ADAL" clId="{2A86995E-0CE6-E048-8F58-E04B178634C1}" dt="2022-01-22T19:05:37.076" v="1222" actId="2696"/>
        <pc:sldMkLst>
          <pc:docMk/>
          <pc:sldMk cId="135179092" sldId="392"/>
        </pc:sldMkLst>
      </pc:sldChg>
      <pc:sldChg chg="mod modShow">
        <pc:chgData name="Emily Beam" userId="936d34b1-6a49-4345-ae02-8326dc81bf0d" providerId="ADAL" clId="{2A86995E-0CE6-E048-8F58-E04B178634C1}" dt="2022-01-21T02:32:28.002" v="170" actId="729"/>
        <pc:sldMkLst>
          <pc:docMk/>
          <pc:sldMk cId="2522153618" sldId="393"/>
        </pc:sldMkLst>
      </pc:sldChg>
      <pc:sldChg chg="del">
        <pc:chgData name="Emily Beam" userId="936d34b1-6a49-4345-ae02-8326dc81bf0d" providerId="ADAL" clId="{2A86995E-0CE6-E048-8F58-E04B178634C1}" dt="2022-01-22T19:05:02.365" v="1199" actId="2696"/>
        <pc:sldMkLst>
          <pc:docMk/>
          <pc:sldMk cId="4230096444" sldId="394"/>
        </pc:sldMkLst>
      </pc:sldChg>
      <pc:sldChg chg="addSp delSp modSp add mod modClrScheme chgLayout">
        <pc:chgData name="Emily Beam" userId="936d34b1-6a49-4345-ae02-8326dc81bf0d" providerId="ADAL" clId="{2A86995E-0CE6-E048-8F58-E04B178634C1}" dt="2022-01-21T02:22:08.458" v="37" actId="20577"/>
        <pc:sldMkLst>
          <pc:docMk/>
          <pc:sldMk cId="3311012300" sldId="395"/>
        </pc:sldMkLst>
        <pc:spChg chg="mod ord">
          <ac:chgData name="Emily Beam" userId="936d34b1-6a49-4345-ae02-8326dc81bf0d" providerId="ADAL" clId="{2A86995E-0CE6-E048-8F58-E04B178634C1}" dt="2022-01-21T02:21:22.797" v="33" actId="20577"/>
          <ac:spMkLst>
            <pc:docMk/>
            <pc:sldMk cId="3311012300" sldId="395"/>
            <ac:spMk id="2" creationId="{00000000-0000-0000-0000-000000000000}"/>
          </ac:spMkLst>
        </pc:spChg>
        <pc:spChg chg="del mod ord">
          <ac:chgData name="Emily Beam" userId="936d34b1-6a49-4345-ae02-8326dc81bf0d" providerId="ADAL" clId="{2A86995E-0CE6-E048-8F58-E04B178634C1}" dt="2022-01-21T02:21:15.740" v="3" actId="700"/>
          <ac:spMkLst>
            <pc:docMk/>
            <pc:sldMk cId="3311012300" sldId="395"/>
            <ac:spMk id="3" creationId="{00000000-0000-0000-0000-000000000000}"/>
          </ac:spMkLst>
        </pc:spChg>
        <pc:spChg chg="add mod ord">
          <ac:chgData name="Emily Beam" userId="936d34b1-6a49-4345-ae02-8326dc81bf0d" providerId="ADAL" clId="{2A86995E-0CE6-E048-8F58-E04B178634C1}" dt="2022-01-21T02:21:51.676" v="34" actId="14100"/>
          <ac:spMkLst>
            <pc:docMk/>
            <pc:sldMk cId="3311012300" sldId="395"/>
            <ac:spMk id="4" creationId="{8661A4B8-4B9F-3440-8FDE-BCF727AA707A}"/>
          </ac:spMkLst>
        </pc:spChg>
        <pc:spChg chg="mod">
          <ac:chgData name="Emily Beam" userId="936d34b1-6a49-4345-ae02-8326dc81bf0d" providerId="ADAL" clId="{2A86995E-0CE6-E048-8F58-E04B178634C1}" dt="2022-01-21T02:22:08.458" v="37" actId="20577"/>
          <ac:spMkLst>
            <pc:docMk/>
            <pc:sldMk cId="3311012300" sldId="395"/>
            <ac:spMk id="6" creationId="{C0706373-921D-3B48-995F-F5DEB731BB0B}"/>
          </ac:spMkLst>
        </pc:spChg>
      </pc:sldChg>
      <pc:sldChg chg="modSp add mod modClrScheme chgLayout">
        <pc:chgData name="Emily Beam" userId="936d34b1-6a49-4345-ae02-8326dc81bf0d" providerId="ADAL" clId="{2A86995E-0CE6-E048-8F58-E04B178634C1}" dt="2022-01-25T16:58:19.472" v="1697" actId="27636"/>
        <pc:sldMkLst>
          <pc:docMk/>
          <pc:sldMk cId="633089242" sldId="401"/>
        </pc:sldMkLst>
        <pc:spChg chg="mod ord">
          <ac:chgData name="Emily Beam" userId="936d34b1-6a49-4345-ae02-8326dc81bf0d" providerId="ADAL" clId="{2A86995E-0CE6-E048-8F58-E04B178634C1}" dt="2022-01-21T02:31:02.047" v="38" actId="700"/>
          <ac:spMkLst>
            <pc:docMk/>
            <pc:sldMk cId="633089242" sldId="401"/>
            <ac:spMk id="2" creationId="{F0D177FC-1390-994E-82B6-68825E135177}"/>
          </ac:spMkLst>
        </pc:spChg>
        <pc:spChg chg="mod ord">
          <ac:chgData name="Emily Beam" userId="936d34b1-6a49-4345-ae02-8326dc81bf0d" providerId="ADAL" clId="{2A86995E-0CE6-E048-8F58-E04B178634C1}" dt="2022-01-25T16:58:19.472" v="1697" actId="27636"/>
          <ac:spMkLst>
            <pc:docMk/>
            <pc:sldMk cId="633089242" sldId="401"/>
            <ac:spMk id="3" creationId="{DB4113EC-3727-CA4F-9CCA-E1C619ADC3C1}"/>
          </ac:spMkLst>
        </pc:spChg>
      </pc:sldChg>
      <pc:sldChg chg="modSp add mod modClrScheme chgLayout">
        <pc:chgData name="Emily Beam" userId="936d34b1-6a49-4345-ae02-8326dc81bf0d" providerId="ADAL" clId="{2A86995E-0CE6-E048-8F58-E04B178634C1}" dt="2022-01-25T17:00:45.352" v="1764" actId="20577"/>
        <pc:sldMkLst>
          <pc:docMk/>
          <pc:sldMk cId="317735201" sldId="409"/>
        </pc:sldMkLst>
        <pc:spChg chg="mod ord">
          <ac:chgData name="Emily Beam" userId="936d34b1-6a49-4345-ae02-8326dc81bf0d" providerId="ADAL" clId="{2A86995E-0CE6-E048-8F58-E04B178634C1}" dt="2022-01-25T17:00:45.352" v="1764" actId="20577"/>
          <ac:spMkLst>
            <pc:docMk/>
            <pc:sldMk cId="317735201" sldId="409"/>
            <ac:spMk id="2" creationId="{F0D177FC-1390-994E-82B6-68825E135177}"/>
          </ac:spMkLst>
        </pc:spChg>
        <pc:spChg chg="mod ord">
          <ac:chgData name="Emily Beam" userId="936d34b1-6a49-4345-ae02-8326dc81bf0d" providerId="ADAL" clId="{2A86995E-0CE6-E048-8F58-E04B178634C1}" dt="2022-01-25T17:00:37.630" v="1751" actId="27636"/>
          <ac:spMkLst>
            <pc:docMk/>
            <pc:sldMk cId="317735201" sldId="409"/>
            <ac:spMk id="3" creationId="{DB4113EC-3727-CA4F-9CCA-E1C619ADC3C1}"/>
          </ac:spMkLst>
        </pc:spChg>
      </pc:sldChg>
      <pc:sldChg chg="delSp modSp new del mod">
        <pc:chgData name="Emily Beam" userId="936d34b1-6a49-4345-ae02-8326dc81bf0d" providerId="ADAL" clId="{2A86995E-0CE6-E048-8F58-E04B178634C1}" dt="2022-01-21T02:36:04.428" v="304" actId="2696"/>
        <pc:sldMkLst>
          <pc:docMk/>
          <pc:sldMk cId="1078525518" sldId="410"/>
        </pc:sldMkLst>
        <pc:spChg chg="mod">
          <ac:chgData name="Emily Beam" userId="936d34b1-6a49-4345-ae02-8326dc81bf0d" providerId="ADAL" clId="{2A86995E-0CE6-E048-8F58-E04B178634C1}" dt="2022-01-21T02:32:47.328" v="213" actId="122"/>
          <ac:spMkLst>
            <pc:docMk/>
            <pc:sldMk cId="1078525518" sldId="410"/>
            <ac:spMk id="2" creationId="{00FCEDAF-5CEF-E146-9FC5-E96374489112}"/>
          </ac:spMkLst>
        </pc:spChg>
        <pc:spChg chg="del">
          <ac:chgData name="Emily Beam" userId="936d34b1-6a49-4345-ae02-8326dc81bf0d" providerId="ADAL" clId="{2A86995E-0CE6-E048-8F58-E04B178634C1}" dt="2022-01-21T02:32:45.171" v="212" actId="478"/>
          <ac:spMkLst>
            <pc:docMk/>
            <pc:sldMk cId="1078525518" sldId="410"/>
            <ac:spMk id="3" creationId="{3457AD04-A775-2444-96D4-21EE796A6681}"/>
          </ac:spMkLst>
        </pc:spChg>
      </pc:sldChg>
      <pc:sldChg chg="add del">
        <pc:chgData name="Emily Beam" userId="936d34b1-6a49-4345-ae02-8326dc81bf0d" providerId="ADAL" clId="{2A86995E-0CE6-E048-8F58-E04B178634C1}" dt="2022-01-21T02:36:13.177" v="306" actId="2696"/>
        <pc:sldMkLst>
          <pc:docMk/>
          <pc:sldMk cId="1161945794" sldId="410"/>
        </pc:sldMkLst>
      </pc:sldChg>
      <pc:sldChg chg="modSp new mod modShow">
        <pc:chgData name="Emily Beam" userId="936d34b1-6a49-4345-ae02-8326dc81bf0d" providerId="ADAL" clId="{2A86995E-0CE6-E048-8F58-E04B178634C1}" dt="2022-01-25T17:00:11.812" v="1732" actId="729"/>
        <pc:sldMkLst>
          <pc:docMk/>
          <pc:sldMk cId="3841232756" sldId="410"/>
        </pc:sldMkLst>
        <pc:spChg chg="mod">
          <ac:chgData name="Emily Beam" userId="936d34b1-6a49-4345-ae02-8326dc81bf0d" providerId="ADAL" clId="{2A86995E-0CE6-E048-8F58-E04B178634C1}" dt="2022-01-21T02:36:28.046" v="331" actId="20577"/>
          <ac:spMkLst>
            <pc:docMk/>
            <pc:sldMk cId="3841232756" sldId="410"/>
            <ac:spMk id="2" creationId="{998AC249-B87E-C443-BEDD-02B5DE86ECEB}"/>
          </ac:spMkLst>
        </pc:spChg>
        <pc:spChg chg="mod">
          <ac:chgData name="Emily Beam" userId="936d34b1-6a49-4345-ae02-8326dc81bf0d" providerId="ADAL" clId="{2A86995E-0CE6-E048-8F58-E04B178634C1}" dt="2022-01-21T02:37:32.650" v="389" actId="20577"/>
          <ac:spMkLst>
            <pc:docMk/>
            <pc:sldMk cId="3841232756" sldId="410"/>
            <ac:spMk id="3" creationId="{7461988D-F9A0-7F4A-B930-7873C5A1CD3F}"/>
          </ac:spMkLst>
        </pc:spChg>
      </pc:sldChg>
      <pc:sldChg chg="addSp delSp modSp new mod">
        <pc:chgData name="Emily Beam" userId="936d34b1-6a49-4345-ae02-8326dc81bf0d" providerId="ADAL" clId="{2A86995E-0CE6-E048-8F58-E04B178634C1}" dt="2022-01-22T19:11:30.612" v="1433" actId="20577"/>
        <pc:sldMkLst>
          <pc:docMk/>
          <pc:sldMk cId="4131874688" sldId="411"/>
        </pc:sldMkLst>
        <pc:spChg chg="mod">
          <ac:chgData name="Emily Beam" userId="936d34b1-6a49-4345-ae02-8326dc81bf0d" providerId="ADAL" clId="{2A86995E-0CE6-E048-8F58-E04B178634C1}" dt="2022-01-22T19:08:18.731" v="1336" actId="20577"/>
          <ac:spMkLst>
            <pc:docMk/>
            <pc:sldMk cId="4131874688" sldId="411"/>
            <ac:spMk id="2" creationId="{5C59F45B-5C60-2443-8763-FA3431F4DD87}"/>
          </ac:spMkLst>
        </pc:spChg>
        <pc:spChg chg="mod">
          <ac:chgData name="Emily Beam" userId="936d34b1-6a49-4345-ae02-8326dc81bf0d" providerId="ADAL" clId="{2A86995E-0CE6-E048-8F58-E04B178634C1}" dt="2022-01-22T19:11:30.612" v="1433" actId="20577"/>
          <ac:spMkLst>
            <pc:docMk/>
            <pc:sldMk cId="4131874688" sldId="411"/>
            <ac:spMk id="3" creationId="{9FF22BC4-CB26-A64D-BA68-4558D8116FD9}"/>
          </ac:spMkLst>
        </pc:spChg>
        <pc:picChg chg="add del mod">
          <ac:chgData name="Emily Beam" userId="936d34b1-6a49-4345-ae02-8326dc81bf0d" providerId="ADAL" clId="{2A86995E-0CE6-E048-8F58-E04B178634C1}" dt="2022-01-21T02:39:15.296" v="618" actId="478"/>
          <ac:picMkLst>
            <pc:docMk/>
            <pc:sldMk cId="4131874688" sldId="411"/>
            <ac:picMk id="4" creationId="{8CAE45AA-938A-FB4B-93A1-40BAF24E2C25}"/>
          </ac:picMkLst>
        </pc:picChg>
      </pc:sldChg>
      <pc:sldChg chg="delSp modSp add mod">
        <pc:chgData name="Emily Beam" userId="936d34b1-6a49-4345-ae02-8326dc81bf0d" providerId="ADAL" clId="{2A86995E-0CE6-E048-8F58-E04B178634C1}" dt="2022-01-22T19:00:58.077" v="700" actId="478"/>
        <pc:sldMkLst>
          <pc:docMk/>
          <pc:sldMk cId="1466295376" sldId="412"/>
        </pc:sldMkLst>
        <pc:spChg chg="mod">
          <ac:chgData name="Emily Beam" userId="936d34b1-6a49-4345-ae02-8326dc81bf0d" providerId="ADAL" clId="{2A86995E-0CE6-E048-8F58-E04B178634C1}" dt="2022-01-22T19:00:43.113" v="698" actId="20577"/>
          <ac:spMkLst>
            <pc:docMk/>
            <pc:sldMk cId="1466295376" sldId="412"/>
            <ac:spMk id="3" creationId="{E7CC3CE1-B279-1F45-8E22-8C877DAB29AC}"/>
          </ac:spMkLst>
        </pc:spChg>
        <pc:spChg chg="del">
          <ac:chgData name="Emily Beam" userId="936d34b1-6a49-4345-ae02-8326dc81bf0d" providerId="ADAL" clId="{2A86995E-0CE6-E048-8F58-E04B178634C1}" dt="2022-01-22T19:00:58.077" v="700" actId="478"/>
          <ac:spMkLst>
            <pc:docMk/>
            <pc:sldMk cId="1466295376" sldId="412"/>
            <ac:spMk id="4" creationId="{21F4012C-808F-C640-9A0E-19F47FD62DB5}"/>
          </ac:spMkLst>
        </pc:spChg>
      </pc:sldChg>
      <pc:sldChg chg="modSp new mod">
        <pc:chgData name="Emily Beam" userId="936d34b1-6a49-4345-ae02-8326dc81bf0d" providerId="ADAL" clId="{2A86995E-0CE6-E048-8F58-E04B178634C1}" dt="2022-01-22T19:01:49.984" v="895" actId="2710"/>
        <pc:sldMkLst>
          <pc:docMk/>
          <pc:sldMk cId="1892162749" sldId="413"/>
        </pc:sldMkLst>
        <pc:spChg chg="mod">
          <ac:chgData name="Emily Beam" userId="936d34b1-6a49-4345-ae02-8326dc81bf0d" providerId="ADAL" clId="{2A86995E-0CE6-E048-8F58-E04B178634C1}" dt="2022-01-22T19:01:29.050" v="807" actId="20577"/>
          <ac:spMkLst>
            <pc:docMk/>
            <pc:sldMk cId="1892162749" sldId="413"/>
            <ac:spMk id="2" creationId="{8BCDA72E-91B6-2945-980E-E31190A8387C}"/>
          </ac:spMkLst>
        </pc:spChg>
        <pc:spChg chg="mod">
          <ac:chgData name="Emily Beam" userId="936d34b1-6a49-4345-ae02-8326dc81bf0d" providerId="ADAL" clId="{2A86995E-0CE6-E048-8F58-E04B178634C1}" dt="2022-01-22T19:01:49.984" v="895" actId="2710"/>
          <ac:spMkLst>
            <pc:docMk/>
            <pc:sldMk cId="1892162749" sldId="413"/>
            <ac:spMk id="3" creationId="{6B33AB85-CB1D-694E-8D44-53C0AA7B4DDD}"/>
          </ac:spMkLst>
        </pc:spChg>
      </pc:sldChg>
      <pc:sldChg chg="addSp modSp new mod">
        <pc:chgData name="Emily Beam" userId="936d34b1-6a49-4345-ae02-8326dc81bf0d" providerId="ADAL" clId="{2A86995E-0CE6-E048-8F58-E04B178634C1}" dt="2022-01-27T19:02:50.245" v="1873" actId="20577"/>
        <pc:sldMkLst>
          <pc:docMk/>
          <pc:sldMk cId="3778965082" sldId="414"/>
        </pc:sldMkLst>
        <pc:spChg chg="mod">
          <ac:chgData name="Emily Beam" userId="936d34b1-6a49-4345-ae02-8326dc81bf0d" providerId="ADAL" clId="{2A86995E-0CE6-E048-8F58-E04B178634C1}" dt="2022-01-27T19:02:50.245" v="1873" actId="20577"/>
          <ac:spMkLst>
            <pc:docMk/>
            <pc:sldMk cId="3778965082" sldId="414"/>
            <ac:spMk id="2" creationId="{C4CB79F4-A7F7-174C-861A-8AAF7698BA86}"/>
          </ac:spMkLst>
        </pc:spChg>
        <pc:spChg chg="mod">
          <ac:chgData name="Emily Beam" userId="936d34b1-6a49-4345-ae02-8326dc81bf0d" providerId="ADAL" clId="{2A86995E-0CE6-E048-8F58-E04B178634C1}" dt="2022-01-22T19:02:48.099" v="1099" actId="20577"/>
          <ac:spMkLst>
            <pc:docMk/>
            <pc:sldMk cId="3778965082" sldId="414"/>
            <ac:spMk id="3" creationId="{45F03148-6596-964C-A4B1-6E22BAC38B2E}"/>
          </ac:spMkLst>
        </pc:spChg>
        <pc:picChg chg="add mod">
          <ac:chgData name="Emily Beam" userId="936d34b1-6a49-4345-ae02-8326dc81bf0d" providerId="ADAL" clId="{2A86995E-0CE6-E048-8F58-E04B178634C1}" dt="2022-01-22T19:02:21.061" v="971" actId="1076"/>
          <ac:picMkLst>
            <pc:docMk/>
            <pc:sldMk cId="3778965082" sldId="414"/>
            <ac:picMk id="4" creationId="{53148943-0EFC-A449-9107-FD038E6CA424}"/>
          </ac:picMkLst>
        </pc:picChg>
      </pc:sldChg>
      <pc:sldChg chg="modSp add mod">
        <pc:chgData name="Emily Beam" userId="936d34b1-6a49-4345-ae02-8326dc81bf0d" providerId="ADAL" clId="{2A86995E-0CE6-E048-8F58-E04B178634C1}" dt="2022-01-22T19:03:44.324" v="1192" actId="2710"/>
        <pc:sldMkLst>
          <pc:docMk/>
          <pc:sldMk cId="69957971" sldId="415"/>
        </pc:sldMkLst>
        <pc:spChg chg="mod">
          <ac:chgData name="Emily Beam" userId="936d34b1-6a49-4345-ae02-8326dc81bf0d" providerId="ADAL" clId="{2A86995E-0CE6-E048-8F58-E04B178634C1}" dt="2022-01-22T19:03:07.843" v="1169" actId="5793"/>
          <ac:spMkLst>
            <pc:docMk/>
            <pc:sldMk cId="69957971" sldId="415"/>
            <ac:spMk id="2" creationId="{C4CB79F4-A7F7-174C-861A-8AAF7698BA86}"/>
          </ac:spMkLst>
        </pc:spChg>
        <pc:spChg chg="mod">
          <ac:chgData name="Emily Beam" userId="936d34b1-6a49-4345-ae02-8326dc81bf0d" providerId="ADAL" clId="{2A86995E-0CE6-E048-8F58-E04B178634C1}" dt="2022-01-22T19:03:44.324" v="1192" actId="2710"/>
          <ac:spMkLst>
            <pc:docMk/>
            <pc:sldMk cId="69957971" sldId="415"/>
            <ac:spMk id="3" creationId="{45F03148-6596-964C-A4B1-6E22BAC38B2E}"/>
          </ac:spMkLst>
        </pc:spChg>
      </pc:sldChg>
      <pc:sldChg chg="addSp delSp modSp new mod">
        <pc:chgData name="Emily Beam" userId="936d34b1-6a49-4345-ae02-8326dc81bf0d" providerId="ADAL" clId="{2A86995E-0CE6-E048-8F58-E04B178634C1}" dt="2022-01-22T19:15:37.120" v="1619" actId="1076"/>
        <pc:sldMkLst>
          <pc:docMk/>
          <pc:sldMk cId="3550288994" sldId="416"/>
        </pc:sldMkLst>
        <pc:spChg chg="del mod">
          <ac:chgData name="Emily Beam" userId="936d34b1-6a49-4345-ae02-8326dc81bf0d" providerId="ADAL" clId="{2A86995E-0CE6-E048-8F58-E04B178634C1}" dt="2022-01-22T19:13:01.275" v="1454" actId="478"/>
          <ac:spMkLst>
            <pc:docMk/>
            <pc:sldMk cId="3550288994" sldId="416"/>
            <ac:spMk id="2" creationId="{DC9E93A8-95EA-4B45-B4E2-19CC1C9C68D0}"/>
          </ac:spMkLst>
        </pc:spChg>
        <pc:spChg chg="mod">
          <ac:chgData name="Emily Beam" userId="936d34b1-6a49-4345-ae02-8326dc81bf0d" providerId="ADAL" clId="{2A86995E-0CE6-E048-8F58-E04B178634C1}" dt="2022-01-22T19:15:25.327" v="1616" actId="255"/>
          <ac:spMkLst>
            <pc:docMk/>
            <pc:sldMk cId="3550288994" sldId="416"/>
            <ac:spMk id="3" creationId="{A3189C03-BED2-7E4E-8469-4C2AED77D50C}"/>
          </ac:spMkLst>
        </pc:spChg>
        <pc:spChg chg="add mod">
          <ac:chgData name="Emily Beam" userId="936d34b1-6a49-4345-ae02-8326dc81bf0d" providerId="ADAL" clId="{2A86995E-0CE6-E048-8F58-E04B178634C1}" dt="2022-01-22T19:15:37.120" v="1619" actId="1076"/>
          <ac:spMkLst>
            <pc:docMk/>
            <pc:sldMk cId="3550288994" sldId="416"/>
            <ac:spMk id="5" creationId="{E374F4A3-D405-4E42-A082-2C293643D375}"/>
          </ac:spMkLst>
        </pc:spChg>
        <pc:graphicFrameChg chg="add mod modGraphic">
          <ac:chgData name="Emily Beam" userId="936d34b1-6a49-4345-ae02-8326dc81bf0d" providerId="ADAL" clId="{2A86995E-0CE6-E048-8F58-E04B178634C1}" dt="2022-01-22T19:15:30.887" v="1617" actId="1076"/>
          <ac:graphicFrameMkLst>
            <pc:docMk/>
            <pc:sldMk cId="3550288994" sldId="416"/>
            <ac:graphicFrameMk id="4" creationId="{2994A2A7-6C89-8449-AC32-F69B73307BCD}"/>
          </ac:graphicFrameMkLst>
        </pc:graphicFrameChg>
      </pc:sldChg>
      <pc:sldChg chg="modSp new mod">
        <pc:chgData name="Emily Beam" userId="936d34b1-6a49-4345-ae02-8326dc81bf0d" providerId="ADAL" clId="{2A86995E-0CE6-E048-8F58-E04B178634C1}" dt="2022-01-27T17:50:03.653" v="1862" actId="20577"/>
        <pc:sldMkLst>
          <pc:docMk/>
          <pc:sldMk cId="2388083693" sldId="417"/>
        </pc:sldMkLst>
        <pc:spChg chg="mod">
          <ac:chgData name="Emily Beam" userId="936d34b1-6a49-4345-ae02-8326dc81bf0d" providerId="ADAL" clId="{2A86995E-0CE6-E048-8F58-E04B178634C1}" dt="2022-01-27T17:49:49.490" v="1771" actId="20577"/>
          <ac:spMkLst>
            <pc:docMk/>
            <pc:sldMk cId="2388083693" sldId="417"/>
            <ac:spMk id="2" creationId="{BE330886-6387-6E45-838A-797AF6219BAD}"/>
          </ac:spMkLst>
        </pc:spChg>
        <pc:spChg chg="mod">
          <ac:chgData name="Emily Beam" userId="936d34b1-6a49-4345-ae02-8326dc81bf0d" providerId="ADAL" clId="{2A86995E-0CE6-E048-8F58-E04B178634C1}" dt="2022-01-27T17:50:03.653" v="1862" actId="20577"/>
          <ac:spMkLst>
            <pc:docMk/>
            <pc:sldMk cId="2388083693" sldId="417"/>
            <ac:spMk id="3" creationId="{09963B9D-51C1-9049-B42E-0DA4F9F84358}"/>
          </ac:spMkLst>
        </pc:spChg>
      </pc:sldChg>
      <pc:sldChg chg="add">
        <pc:chgData name="Emily Beam" userId="936d34b1-6a49-4345-ae02-8326dc81bf0d" providerId="ADAL" clId="{2A86995E-0CE6-E048-8F58-E04B178634C1}" dt="2022-01-27T19:02:41.279" v="1863"/>
        <pc:sldMkLst>
          <pc:docMk/>
          <pc:sldMk cId="4042934044" sldId="418"/>
        </pc:sldMkLst>
      </pc:sldChg>
      <pc:sldChg chg="add">
        <pc:chgData name="Emily Beam" userId="936d34b1-6a49-4345-ae02-8326dc81bf0d" providerId="ADAL" clId="{2A86995E-0CE6-E048-8F58-E04B178634C1}" dt="2022-01-27T19:02:41.279" v="1863"/>
        <pc:sldMkLst>
          <pc:docMk/>
          <pc:sldMk cId="1233083642" sldId="419"/>
        </pc:sldMkLst>
      </pc:sldChg>
      <pc:sldChg chg="add">
        <pc:chgData name="Emily Beam" userId="936d34b1-6a49-4345-ae02-8326dc81bf0d" providerId="ADAL" clId="{2A86995E-0CE6-E048-8F58-E04B178634C1}" dt="2022-01-27T19:03:06.984" v="1874"/>
        <pc:sldMkLst>
          <pc:docMk/>
          <pc:sldMk cId="1684520891" sldId="420"/>
        </pc:sldMkLst>
      </pc:sldChg>
      <pc:sldChg chg="add">
        <pc:chgData name="Emily Beam" userId="936d34b1-6a49-4345-ae02-8326dc81bf0d" providerId="ADAL" clId="{2A86995E-0CE6-E048-8F58-E04B178634C1}" dt="2022-01-27T19:03:06.984" v="1874"/>
        <pc:sldMkLst>
          <pc:docMk/>
          <pc:sldMk cId="2284706027" sldId="421"/>
        </pc:sldMkLst>
      </pc:sldChg>
      <pc:sldChg chg="add">
        <pc:chgData name="Emily Beam" userId="936d34b1-6a49-4345-ae02-8326dc81bf0d" providerId="ADAL" clId="{2A86995E-0CE6-E048-8F58-E04B178634C1}" dt="2022-01-27T19:03:06.984" v="1874"/>
        <pc:sldMkLst>
          <pc:docMk/>
          <pc:sldMk cId="2737307156" sldId="422"/>
        </pc:sldMkLst>
      </pc:sldChg>
      <pc:sldChg chg="add">
        <pc:chgData name="Emily Beam" userId="936d34b1-6a49-4345-ae02-8326dc81bf0d" providerId="ADAL" clId="{2A86995E-0CE6-E048-8F58-E04B178634C1}" dt="2022-01-27T19:03:06.984" v="1874"/>
        <pc:sldMkLst>
          <pc:docMk/>
          <pc:sldMk cId="1826830743" sldId="423"/>
        </pc:sldMkLst>
      </pc:sldChg>
    </pc:docChg>
  </pc:docChgLst>
  <pc:docChgLst>
    <pc:chgData name="Emily Beam" userId="936d34b1-6a49-4345-ae02-8326dc81bf0d" providerId="ADAL" clId="{FAE962B9-2C10-914E-B5C0-10CE1A6435C5}"/>
    <pc:docChg chg="undo custSel addSld delSld modSld sldOrd modMainMaster modNotesMaster">
      <pc:chgData name="Emily Beam" userId="936d34b1-6a49-4345-ae02-8326dc81bf0d" providerId="ADAL" clId="{FAE962B9-2C10-914E-B5C0-10CE1A6435C5}" dt="2021-02-11T16:24:33.074" v="3198" actId="113"/>
      <pc:docMkLst>
        <pc:docMk/>
      </pc:docMkLst>
      <pc:sldChg chg="modSp modNotes">
        <pc:chgData name="Emily Beam" userId="936d34b1-6a49-4345-ae02-8326dc81bf0d" providerId="ADAL" clId="{FAE962B9-2C10-914E-B5C0-10CE1A6435C5}" dt="2021-02-04T19:32:55.260" v="145"/>
        <pc:sldMkLst>
          <pc:docMk/>
          <pc:sldMk cId="910310204" sldId="256"/>
        </pc:sldMkLst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10310204" sldId="256"/>
            <ac:spMk id="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10310204" sldId="256"/>
            <ac:spMk id="3" creationId="{00000000-0000-0000-0000-000000000000}"/>
          </ac:spMkLst>
        </pc:spChg>
        <pc:picChg chg="mod">
          <ac:chgData name="Emily Beam" userId="936d34b1-6a49-4345-ae02-8326dc81bf0d" providerId="ADAL" clId="{FAE962B9-2C10-914E-B5C0-10CE1A6435C5}" dt="2021-02-04T19:32:55.260" v="145"/>
          <ac:picMkLst>
            <pc:docMk/>
            <pc:sldMk cId="910310204" sldId="256"/>
            <ac:picMk id="13" creationId="{F0171C2A-CD60-FE4D-B61A-863FA0550C10}"/>
          </ac:picMkLst>
        </pc:picChg>
      </pc:sldChg>
      <pc:sldChg chg="modSp mod modNotes">
        <pc:chgData name="Emily Beam" userId="936d34b1-6a49-4345-ae02-8326dc81bf0d" providerId="ADAL" clId="{FAE962B9-2C10-914E-B5C0-10CE1A6435C5}" dt="2021-02-04T19:32:55.260" v="145"/>
        <pc:sldMkLst>
          <pc:docMk/>
          <pc:sldMk cId="3881726210" sldId="257"/>
        </pc:sldMkLst>
        <pc:spChg chg="mod">
          <ac:chgData name="Emily Beam" userId="936d34b1-6a49-4345-ae02-8326dc81bf0d" providerId="ADAL" clId="{FAE962B9-2C10-914E-B5C0-10CE1A6435C5}" dt="2021-02-04T19:32:33.615" v="139" actId="115"/>
          <ac:spMkLst>
            <pc:docMk/>
            <pc:sldMk cId="3881726210" sldId="257"/>
            <ac:spMk id="2" creationId="{00000000-0000-0000-0000-000000000000}"/>
          </ac:spMkLst>
        </pc:spChg>
      </pc:sldChg>
      <pc:sldChg chg="delSp modSp mod modNotes">
        <pc:chgData name="Emily Beam" userId="936d34b1-6a49-4345-ae02-8326dc81bf0d" providerId="ADAL" clId="{FAE962B9-2C10-914E-B5C0-10CE1A6435C5}" dt="2021-02-04T19:33:18.527" v="154" actId="1076"/>
        <pc:sldMkLst>
          <pc:docMk/>
          <pc:sldMk cId="1141323040" sldId="303"/>
        </pc:sldMkLst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1141323040" sldId="303"/>
            <ac:spMk id="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1141323040" sldId="303"/>
            <ac:spMk id="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1141323040" sldId="303"/>
            <ac:spMk id="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1141323040" sldId="303"/>
            <ac:spMk id="11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1141323040" sldId="303"/>
            <ac:spMk id="1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1141323040" sldId="303"/>
            <ac:spMk id="15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1141323040" sldId="303"/>
            <ac:spMk id="1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1141323040" sldId="303"/>
            <ac:spMk id="1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1141323040" sldId="303"/>
            <ac:spMk id="2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1141323040" sldId="303"/>
            <ac:spMk id="21" creationId="{00000000-0000-0000-0000-000000000000}"/>
          </ac:spMkLst>
        </pc:spChg>
        <pc:spChg chg="del mod">
          <ac:chgData name="Emily Beam" userId="936d34b1-6a49-4345-ae02-8326dc81bf0d" providerId="ADAL" clId="{FAE962B9-2C10-914E-B5C0-10CE1A6435C5}" dt="2021-02-04T19:32:42.640" v="143" actId="478"/>
          <ac:spMkLst>
            <pc:docMk/>
            <pc:sldMk cId="1141323040" sldId="303"/>
            <ac:spMk id="2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1141323040" sldId="303"/>
            <ac:spMk id="2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1141323040" sldId="303"/>
            <ac:spMk id="2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1141323040" sldId="303"/>
            <ac:spMk id="25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3:10.244" v="151" actId="14100"/>
          <ac:spMkLst>
            <pc:docMk/>
            <pc:sldMk cId="1141323040" sldId="303"/>
            <ac:spMk id="2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1141323040" sldId="303"/>
            <ac:spMk id="2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1141323040" sldId="303"/>
            <ac:spMk id="2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3:18.527" v="154" actId="1076"/>
          <ac:spMkLst>
            <pc:docMk/>
            <pc:sldMk cId="1141323040" sldId="303"/>
            <ac:spMk id="2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1141323040" sldId="303"/>
            <ac:spMk id="3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1141323040" sldId="303"/>
            <ac:spMk id="32" creationId="{00000000-0000-0000-0000-000000000000}"/>
          </ac:spMkLst>
        </pc:sp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1141323040" sldId="303"/>
            <ac:cxnSpMk id="9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1141323040" sldId="303"/>
            <ac:cxnSpMk id="10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1141323040" sldId="303"/>
            <ac:cxnSpMk id="17" creationId="{00000000-0000-0000-0000-000000000000}"/>
          </ac:cxnSpMkLst>
        </pc:cxnChg>
      </pc:sldChg>
      <pc:sldChg chg="modSp modNotes">
        <pc:chgData name="Emily Beam" userId="936d34b1-6a49-4345-ae02-8326dc81bf0d" providerId="ADAL" clId="{FAE962B9-2C10-914E-B5C0-10CE1A6435C5}" dt="2021-02-04T19:32:55.260" v="145"/>
        <pc:sldMkLst>
          <pc:docMk/>
          <pc:sldMk cId="968521424" sldId="305"/>
        </pc:sldMkLst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4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5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5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5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5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5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6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61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6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6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7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7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8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81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8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8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8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85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8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8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8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8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9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91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9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9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9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95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9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9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9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10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10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10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10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10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111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11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11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11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115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11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12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121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12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12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125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13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968521424" sldId="305"/>
            <ac:spMk id="132" creationId="{00000000-0000-0000-0000-000000000000}"/>
          </ac:spMkLst>
        </pc:sp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968521424" sldId="305"/>
            <ac:cxnSpMk id="3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968521424" sldId="305"/>
            <ac:cxnSpMk id="5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968521424" sldId="305"/>
            <ac:cxnSpMk id="13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968521424" sldId="305"/>
            <ac:cxnSpMk id="35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968521424" sldId="305"/>
            <ac:cxnSpMk id="45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968521424" sldId="305"/>
            <ac:cxnSpMk id="51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968521424" sldId="305"/>
            <ac:cxnSpMk id="66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968521424" sldId="305"/>
            <ac:cxnSpMk id="67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968521424" sldId="305"/>
            <ac:cxnSpMk id="73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968521424" sldId="305"/>
            <ac:cxnSpMk id="74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968521424" sldId="305"/>
            <ac:cxnSpMk id="76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968521424" sldId="305"/>
            <ac:cxnSpMk id="77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968521424" sldId="305"/>
            <ac:cxnSpMk id="101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968521424" sldId="305"/>
            <ac:cxnSpMk id="103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968521424" sldId="305"/>
            <ac:cxnSpMk id="104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968521424" sldId="305"/>
            <ac:cxnSpMk id="105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968521424" sldId="305"/>
            <ac:cxnSpMk id="117" creationId="{00000000-0000-0000-0000-000000000000}"/>
          </ac:cxnSpMkLst>
        </pc:cxnChg>
      </pc:sldChg>
      <pc:sldChg chg="modSp modNotes">
        <pc:chgData name="Emily Beam" userId="936d34b1-6a49-4345-ae02-8326dc81bf0d" providerId="ADAL" clId="{FAE962B9-2C10-914E-B5C0-10CE1A6435C5}" dt="2021-02-04T19:32:55.260" v="145"/>
        <pc:sldMkLst>
          <pc:docMk/>
          <pc:sldMk cId="276022368" sldId="306"/>
        </pc:sldMkLst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5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5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55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5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5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5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61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6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7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7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7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8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81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8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8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8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85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8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8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8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8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9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91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9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9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95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9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9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9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10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10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10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10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10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111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11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11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115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11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12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12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125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13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76022368" sldId="306"/>
            <ac:spMk id="132" creationId="{00000000-0000-0000-0000-000000000000}"/>
          </ac:spMkLst>
        </pc:sp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276022368" sldId="306"/>
            <ac:cxnSpMk id="3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276022368" sldId="306"/>
            <ac:cxnSpMk id="5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276022368" sldId="306"/>
            <ac:cxnSpMk id="13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276022368" sldId="306"/>
            <ac:cxnSpMk id="51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276022368" sldId="306"/>
            <ac:cxnSpMk id="66" creationId="{00000000-0000-0000-0000-000000000000}"/>
          </ac:cxnSpMkLst>
        </pc:cxnChg>
      </pc:sldChg>
      <pc:sldChg chg="modSp modNotes">
        <pc:chgData name="Emily Beam" userId="936d34b1-6a49-4345-ae02-8326dc81bf0d" providerId="ADAL" clId="{FAE962B9-2C10-914E-B5C0-10CE1A6435C5}" dt="2021-02-04T19:32:55.260" v="145"/>
        <pc:sldMkLst>
          <pc:docMk/>
          <pc:sldMk cId="3675183278" sldId="307"/>
        </pc:sldMkLst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4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5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5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5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5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5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6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61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6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65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9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9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9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9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0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0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0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0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1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11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1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1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1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15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1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1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1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2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21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2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2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2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2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2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2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2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3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31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3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3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3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35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3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3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675183278" sldId="307"/>
            <ac:spMk id="139" creationId="{00000000-0000-0000-0000-000000000000}"/>
          </ac:spMkLst>
        </pc:sp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675183278" sldId="307"/>
            <ac:cxnSpMk id="3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675183278" sldId="307"/>
            <ac:cxnSpMk id="5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675183278" sldId="307"/>
            <ac:cxnSpMk id="13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675183278" sldId="307"/>
            <ac:cxnSpMk id="45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675183278" sldId="307"/>
            <ac:cxnSpMk id="51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675183278" sldId="307"/>
            <ac:cxnSpMk id="66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675183278" sldId="307"/>
            <ac:cxnSpMk id="67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675183278" sldId="307"/>
            <ac:cxnSpMk id="73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675183278" sldId="307"/>
            <ac:cxnSpMk id="74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675183278" sldId="307"/>
            <ac:cxnSpMk id="76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675183278" sldId="307"/>
            <ac:cxnSpMk id="77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675183278" sldId="307"/>
            <ac:cxnSpMk id="103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675183278" sldId="307"/>
            <ac:cxnSpMk id="105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675183278" sldId="307"/>
            <ac:cxnSpMk id="117" creationId="{00000000-0000-0000-0000-000000000000}"/>
          </ac:cxnSpMkLst>
        </pc:cxnChg>
      </pc:sldChg>
      <pc:sldChg chg="modSp modNotes">
        <pc:chgData name="Emily Beam" userId="936d34b1-6a49-4345-ae02-8326dc81bf0d" providerId="ADAL" clId="{FAE962B9-2C10-914E-B5C0-10CE1A6435C5}" dt="2021-02-04T19:32:55.260" v="145"/>
        <pc:sldMkLst>
          <pc:docMk/>
          <pc:sldMk cId="2368796500" sldId="308"/>
        </pc:sldMkLst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3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3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5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5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5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5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5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61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6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6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65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6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6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7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9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10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10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10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11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11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115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12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13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13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13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68796500" sldId="308"/>
            <ac:spMk id="139" creationId="{00000000-0000-0000-0000-000000000000}"/>
          </ac:spMkLst>
        </pc:sp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2368796500" sldId="308"/>
            <ac:cxnSpMk id="3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2368796500" sldId="308"/>
            <ac:cxnSpMk id="5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2368796500" sldId="308"/>
            <ac:cxnSpMk id="13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2368796500" sldId="308"/>
            <ac:cxnSpMk id="51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2368796500" sldId="308"/>
            <ac:cxnSpMk id="66" creationId="{00000000-0000-0000-0000-000000000000}"/>
          </ac:cxnSpMkLst>
        </pc:cxnChg>
      </pc:sldChg>
      <pc:sldChg chg="modSp modNotes">
        <pc:chgData name="Emily Beam" userId="936d34b1-6a49-4345-ae02-8326dc81bf0d" providerId="ADAL" clId="{FAE962B9-2C10-914E-B5C0-10CE1A6435C5}" dt="2021-02-04T19:32:55.260" v="145"/>
        <pc:sldMkLst>
          <pc:docMk/>
          <pc:sldMk cId="3095786621" sldId="310"/>
        </pc:sldMkLst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95786621" sldId="310"/>
            <ac:spMk id="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95786621" sldId="310"/>
            <ac:spMk id="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95786621" sldId="310"/>
            <ac:spMk id="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95786621" sldId="310"/>
            <ac:spMk id="8" creationId="{00000000-0000-0000-0000-000000000000}"/>
          </ac:spMkLst>
        </pc:spChg>
      </pc:sldChg>
      <pc:sldChg chg="modSp modNotes">
        <pc:chgData name="Emily Beam" userId="936d34b1-6a49-4345-ae02-8326dc81bf0d" providerId="ADAL" clId="{FAE962B9-2C10-914E-B5C0-10CE1A6435C5}" dt="2021-02-04T19:32:55.260" v="145"/>
        <pc:sldMkLst>
          <pc:docMk/>
          <pc:sldMk cId="3048338301" sldId="311"/>
        </pc:sldMkLst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1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21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3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3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3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3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41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4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5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5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5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55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5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5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5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5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61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6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6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7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9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10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10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10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11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11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115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12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13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13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13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48338301" sldId="311"/>
            <ac:spMk id="139" creationId="{00000000-0000-0000-0000-000000000000}"/>
          </ac:spMkLst>
        </pc:spChg>
        <pc:picChg chg="mod">
          <ac:chgData name="Emily Beam" userId="936d34b1-6a49-4345-ae02-8326dc81bf0d" providerId="ADAL" clId="{FAE962B9-2C10-914E-B5C0-10CE1A6435C5}" dt="2021-02-04T19:32:55.260" v="145"/>
          <ac:picMkLst>
            <pc:docMk/>
            <pc:sldMk cId="3048338301" sldId="311"/>
            <ac:picMk id="1026" creationId="{00000000-0000-0000-0000-000000000000}"/>
          </ac:picMkLst>
        </pc:pic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048338301" sldId="311"/>
            <ac:cxnSpMk id="3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048338301" sldId="311"/>
            <ac:cxnSpMk id="5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048338301" sldId="311"/>
            <ac:cxnSpMk id="7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048338301" sldId="311"/>
            <ac:cxnSpMk id="13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048338301" sldId="311"/>
            <ac:cxnSpMk id="42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048338301" sldId="311"/>
            <ac:cxnSpMk id="51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048338301" sldId="311"/>
            <ac:cxnSpMk id="60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048338301" sldId="311"/>
            <ac:cxnSpMk id="66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048338301" sldId="311"/>
            <ac:cxnSpMk id="67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3048338301" sldId="311"/>
            <ac:cxnSpMk id="71" creationId="{00000000-0000-0000-0000-000000000000}"/>
          </ac:cxnSpMkLst>
        </pc:cxnChg>
      </pc:sldChg>
      <pc:sldChg chg="modSp modNotes">
        <pc:chgData name="Emily Beam" userId="936d34b1-6a49-4345-ae02-8326dc81bf0d" providerId="ADAL" clId="{FAE962B9-2C10-914E-B5C0-10CE1A6435C5}" dt="2021-02-04T19:32:55.260" v="145"/>
        <pc:sldMkLst>
          <pc:docMk/>
          <pc:sldMk cId="2604702077" sldId="313"/>
        </pc:sldMkLst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1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21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3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3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3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3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41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4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5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5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5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55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5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5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5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5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61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6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68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7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9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10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107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109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11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11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115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12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130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13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136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604702077" sldId="313"/>
            <ac:spMk id="139" creationId="{00000000-0000-0000-0000-000000000000}"/>
          </ac:spMkLst>
        </pc:spChg>
        <pc:picChg chg="mod">
          <ac:chgData name="Emily Beam" userId="936d34b1-6a49-4345-ae02-8326dc81bf0d" providerId="ADAL" clId="{FAE962B9-2C10-914E-B5C0-10CE1A6435C5}" dt="2021-02-04T19:32:55.260" v="145"/>
          <ac:picMkLst>
            <pc:docMk/>
            <pc:sldMk cId="2604702077" sldId="313"/>
            <ac:picMk id="1026" creationId="{00000000-0000-0000-0000-000000000000}"/>
          </ac:picMkLst>
        </pc:pic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2604702077" sldId="313"/>
            <ac:cxnSpMk id="3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2604702077" sldId="313"/>
            <ac:cxnSpMk id="5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2604702077" sldId="313"/>
            <ac:cxnSpMk id="7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2604702077" sldId="313"/>
            <ac:cxnSpMk id="13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2604702077" sldId="313"/>
            <ac:cxnSpMk id="42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2604702077" sldId="313"/>
            <ac:cxnSpMk id="51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2604702077" sldId="313"/>
            <ac:cxnSpMk id="60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2604702077" sldId="313"/>
            <ac:cxnSpMk id="66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2604702077" sldId="313"/>
            <ac:cxnSpMk id="67" creationId="{00000000-0000-0000-0000-000000000000}"/>
          </ac:cxnSpMkLst>
        </pc:cxnChg>
        <pc:cxnChg chg="mod">
          <ac:chgData name="Emily Beam" userId="936d34b1-6a49-4345-ae02-8326dc81bf0d" providerId="ADAL" clId="{FAE962B9-2C10-914E-B5C0-10CE1A6435C5}" dt="2021-02-04T19:32:55.260" v="145"/>
          <ac:cxnSpMkLst>
            <pc:docMk/>
            <pc:sldMk cId="2604702077" sldId="313"/>
            <ac:cxnSpMk id="71" creationId="{00000000-0000-0000-0000-000000000000}"/>
          </ac:cxnSpMkLst>
        </pc:cxnChg>
      </pc:sldChg>
      <pc:sldChg chg="modSp mod modNotes">
        <pc:chgData name="Emily Beam" userId="936d34b1-6a49-4345-ae02-8326dc81bf0d" providerId="ADAL" clId="{FAE962B9-2C10-914E-B5C0-10CE1A6435C5}" dt="2021-02-04T19:32:55.868" v="149" actId="27636"/>
        <pc:sldMkLst>
          <pc:docMk/>
          <pc:sldMk cId="388324144" sldId="331"/>
        </pc:sldMkLst>
        <pc:spChg chg="mod">
          <ac:chgData name="Emily Beam" userId="936d34b1-6a49-4345-ae02-8326dc81bf0d" providerId="ADAL" clId="{FAE962B9-2C10-914E-B5C0-10CE1A6435C5}" dt="2021-02-04T19:32:55.868" v="149" actId="27636"/>
          <ac:spMkLst>
            <pc:docMk/>
            <pc:sldMk cId="388324144" sldId="331"/>
            <ac:spMk id="3" creationId="{DE3FC934-886A-5A4B-ACA3-8429D804CEF5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88324144" sldId="331"/>
            <ac:spMk id="8" creationId="{00000000-0000-0000-0000-000000000000}"/>
          </ac:spMkLst>
        </pc:spChg>
      </pc:sldChg>
      <pc:sldChg chg="modSp modNotes">
        <pc:chgData name="Emily Beam" userId="936d34b1-6a49-4345-ae02-8326dc81bf0d" providerId="ADAL" clId="{FAE962B9-2C10-914E-B5C0-10CE1A6435C5}" dt="2021-02-04T19:32:55.260" v="145"/>
        <pc:sldMkLst>
          <pc:docMk/>
          <pc:sldMk cId="3380658562" sldId="332"/>
        </pc:sldMkLst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380658562" sldId="332"/>
            <ac:spMk id="6" creationId="{46D78AFE-D7AB-2346-8FD8-3A0AF0D83769}"/>
          </ac:spMkLst>
        </pc:spChg>
        <pc:picChg chg="mod">
          <ac:chgData name="Emily Beam" userId="936d34b1-6a49-4345-ae02-8326dc81bf0d" providerId="ADAL" clId="{FAE962B9-2C10-914E-B5C0-10CE1A6435C5}" dt="2021-02-04T19:32:55.260" v="145"/>
          <ac:picMkLst>
            <pc:docMk/>
            <pc:sldMk cId="3380658562" sldId="332"/>
            <ac:picMk id="4" creationId="{FCE5C35B-E667-D94F-8BFA-7037AB712865}"/>
          </ac:picMkLst>
        </pc:picChg>
      </pc:sldChg>
      <pc:sldChg chg="modSp mod modNotes">
        <pc:chgData name="Emily Beam" userId="936d34b1-6a49-4345-ae02-8326dc81bf0d" providerId="ADAL" clId="{FAE962B9-2C10-914E-B5C0-10CE1A6435C5}" dt="2021-02-04T19:32:55.805" v="148" actId="27636"/>
        <pc:sldMkLst>
          <pc:docMk/>
          <pc:sldMk cId="1614656320" sldId="333"/>
        </pc:sldMkLst>
        <pc:spChg chg="mod">
          <ac:chgData name="Emily Beam" userId="936d34b1-6a49-4345-ae02-8326dc81bf0d" providerId="ADAL" clId="{FAE962B9-2C10-914E-B5C0-10CE1A6435C5}" dt="2021-02-04T19:32:55.805" v="148" actId="27636"/>
          <ac:spMkLst>
            <pc:docMk/>
            <pc:sldMk cId="1614656320" sldId="333"/>
            <ac:spMk id="3" creationId="{6A44C2B1-663B-5240-B4ED-A66CB3F38FBF}"/>
          </ac:spMkLst>
        </pc:spChg>
      </pc:sldChg>
      <pc:sldChg chg="modNotes">
        <pc:chgData name="Emily Beam" userId="936d34b1-6a49-4345-ae02-8326dc81bf0d" providerId="ADAL" clId="{FAE962B9-2C10-914E-B5C0-10CE1A6435C5}" dt="2021-02-04T19:32:55.260" v="145"/>
        <pc:sldMkLst>
          <pc:docMk/>
          <pc:sldMk cId="2358860678" sldId="334"/>
        </pc:sldMkLst>
      </pc:sldChg>
      <pc:sldChg chg="delSp modSp mod modNotes">
        <pc:chgData name="Emily Beam" userId="936d34b1-6a49-4345-ae02-8326dc81bf0d" providerId="ADAL" clId="{FAE962B9-2C10-914E-B5C0-10CE1A6435C5}" dt="2021-02-11T14:27:54.226" v="2703" actId="478"/>
        <pc:sldMkLst>
          <pc:docMk/>
          <pc:sldMk cId="3298286165" sldId="335"/>
        </pc:sldMkLst>
        <pc:spChg chg="mod">
          <ac:chgData name="Emily Beam" userId="936d34b1-6a49-4345-ae02-8326dc81bf0d" providerId="ADAL" clId="{FAE962B9-2C10-914E-B5C0-10CE1A6435C5}" dt="2021-02-04T19:32:55.745" v="147" actId="27636"/>
          <ac:spMkLst>
            <pc:docMk/>
            <pc:sldMk cId="3298286165" sldId="335"/>
            <ac:spMk id="3" creationId="{3EECA36B-67AB-774A-A1A2-1938A09926A2}"/>
          </ac:spMkLst>
        </pc:spChg>
        <pc:spChg chg="del mod">
          <ac:chgData name="Emily Beam" userId="936d34b1-6a49-4345-ae02-8326dc81bf0d" providerId="ADAL" clId="{FAE962B9-2C10-914E-B5C0-10CE1A6435C5}" dt="2021-02-11T14:27:54.226" v="2703" actId="478"/>
          <ac:spMkLst>
            <pc:docMk/>
            <pc:sldMk cId="3298286165" sldId="335"/>
            <ac:spMk id="5" creationId="{E1441747-0A8C-F440-BBED-631240B9B43F}"/>
          </ac:spMkLst>
        </pc:spChg>
      </pc:sldChg>
      <pc:sldChg chg="modSp mod ord modShow modNotes">
        <pc:chgData name="Emily Beam" userId="936d34b1-6a49-4345-ae02-8326dc81bf0d" providerId="ADAL" clId="{FAE962B9-2C10-914E-B5C0-10CE1A6435C5}" dt="2021-02-04T19:32:55.909" v="150" actId="27636"/>
        <pc:sldMkLst>
          <pc:docMk/>
          <pc:sldMk cId="2149514622" sldId="336"/>
        </pc:sldMkLst>
        <pc:spChg chg="mod">
          <ac:chgData name="Emily Beam" userId="936d34b1-6a49-4345-ae02-8326dc81bf0d" providerId="ADAL" clId="{FAE962B9-2C10-914E-B5C0-10CE1A6435C5}" dt="2021-02-04T19:32:55.909" v="150" actId="27636"/>
          <ac:spMkLst>
            <pc:docMk/>
            <pc:sldMk cId="2149514622" sldId="336"/>
            <ac:spMk id="3" creationId="{82BF64C8-9E2B-8F45-A1B1-381B33822B09}"/>
          </ac:spMkLst>
        </pc:spChg>
      </pc:sldChg>
      <pc:sldChg chg="modSp mod modNotes">
        <pc:chgData name="Emily Beam" userId="936d34b1-6a49-4345-ae02-8326dc81bf0d" providerId="ADAL" clId="{FAE962B9-2C10-914E-B5C0-10CE1A6435C5}" dt="2021-02-04T19:32:55.702" v="146" actId="27636"/>
        <pc:sldMkLst>
          <pc:docMk/>
          <pc:sldMk cId="2332705886" sldId="337"/>
        </pc:sldMkLst>
        <pc:spChg chg="mod">
          <ac:chgData name="Emily Beam" userId="936d34b1-6a49-4345-ae02-8326dc81bf0d" providerId="ADAL" clId="{FAE962B9-2C10-914E-B5C0-10CE1A6435C5}" dt="2021-02-04T19:32:55.702" v="146" actId="27636"/>
          <ac:spMkLst>
            <pc:docMk/>
            <pc:sldMk cId="2332705886" sldId="337"/>
            <ac:spMk id="3" creationId="{E7CC3CE1-B279-1F45-8E22-8C877DAB29AC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332705886" sldId="337"/>
            <ac:spMk id="4" creationId="{21F4012C-808F-C640-9A0E-19F47FD62DB5}"/>
          </ac:spMkLst>
        </pc:spChg>
        <pc:picChg chg="mod">
          <ac:chgData name="Emily Beam" userId="936d34b1-6a49-4345-ae02-8326dc81bf0d" providerId="ADAL" clId="{FAE962B9-2C10-914E-B5C0-10CE1A6435C5}" dt="2021-02-04T19:32:55.260" v="145"/>
          <ac:picMkLst>
            <pc:docMk/>
            <pc:sldMk cId="2332705886" sldId="337"/>
            <ac:picMk id="6" creationId="{26626F9F-45B9-A642-861F-80251EE378EC}"/>
          </ac:picMkLst>
        </pc:picChg>
        <pc:picChg chg="mod">
          <ac:chgData name="Emily Beam" userId="936d34b1-6a49-4345-ae02-8326dc81bf0d" providerId="ADAL" clId="{FAE962B9-2C10-914E-B5C0-10CE1A6435C5}" dt="2021-02-04T19:32:55.260" v="145"/>
          <ac:picMkLst>
            <pc:docMk/>
            <pc:sldMk cId="2332705886" sldId="337"/>
            <ac:picMk id="10" creationId="{6A5107CC-747B-C547-B621-3B67163276FE}"/>
          </ac:picMkLst>
        </pc:picChg>
        <pc:picChg chg="mod">
          <ac:chgData name="Emily Beam" userId="936d34b1-6a49-4345-ae02-8326dc81bf0d" providerId="ADAL" clId="{FAE962B9-2C10-914E-B5C0-10CE1A6435C5}" dt="2021-02-04T19:32:55.260" v="145"/>
          <ac:picMkLst>
            <pc:docMk/>
            <pc:sldMk cId="2332705886" sldId="337"/>
            <ac:picMk id="11" creationId="{F7A23CF2-160E-A84C-BB60-D1AD60230DE3}"/>
          </ac:picMkLst>
        </pc:picChg>
      </pc:sldChg>
      <pc:sldChg chg="modSp modNotes">
        <pc:chgData name="Emily Beam" userId="936d34b1-6a49-4345-ae02-8326dc81bf0d" providerId="ADAL" clId="{FAE962B9-2C10-914E-B5C0-10CE1A6435C5}" dt="2021-02-04T19:32:55.260" v="145"/>
        <pc:sldMkLst>
          <pc:docMk/>
          <pc:sldMk cId="145732562" sldId="338"/>
        </pc:sldMkLst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145732562" sldId="338"/>
            <ac:spMk id="6" creationId="{46D78AFE-D7AB-2346-8FD8-3A0AF0D83769}"/>
          </ac:spMkLst>
        </pc:spChg>
        <pc:picChg chg="mod">
          <ac:chgData name="Emily Beam" userId="936d34b1-6a49-4345-ae02-8326dc81bf0d" providerId="ADAL" clId="{FAE962B9-2C10-914E-B5C0-10CE1A6435C5}" dt="2021-02-04T19:32:55.260" v="145"/>
          <ac:picMkLst>
            <pc:docMk/>
            <pc:sldMk cId="145732562" sldId="338"/>
            <ac:picMk id="4" creationId="{FCE5C35B-E667-D94F-8BFA-7037AB712865}"/>
          </ac:picMkLst>
        </pc:picChg>
      </pc:sldChg>
      <pc:sldChg chg="modSp modNotes">
        <pc:chgData name="Emily Beam" userId="936d34b1-6a49-4345-ae02-8326dc81bf0d" providerId="ADAL" clId="{FAE962B9-2C10-914E-B5C0-10CE1A6435C5}" dt="2021-02-04T19:32:55.260" v="145"/>
        <pc:sldMkLst>
          <pc:docMk/>
          <pc:sldMk cId="3308901620" sldId="341"/>
        </pc:sldMkLst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308901620" sldId="341"/>
            <ac:spMk id="6" creationId="{46D78AFE-D7AB-2346-8FD8-3A0AF0D83769}"/>
          </ac:spMkLst>
        </pc:spChg>
        <pc:picChg chg="mod">
          <ac:chgData name="Emily Beam" userId="936d34b1-6a49-4345-ae02-8326dc81bf0d" providerId="ADAL" clId="{FAE962B9-2C10-914E-B5C0-10CE1A6435C5}" dt="2021-02-04T19:32:55.260" v="145"/>
          <ac:picMkLst>
            <pc:docMk/>
            <pc:sldMk cId="3308901620" sldId="341"/>
            <ac:picMk id="4" creationId="{FCE5C35B-E667-D94F-8BFA-7037AB712865}"/>
          </ac:picMkLst>
        </pc:picChg>
      </pc:sldChg>
      <pc:sldChg chg="modSp modNotes">
        <pc:chgData name="Emily Beam" userId="936d34b1-6a49-4345-ae02-8326dc81bf0d" providerId="ADAL" clId="{FAE962B9-2C10-914E-B5C0-10CE1A6435C5}" dt="2021-02-04T19:32:55.260" v="145"/>
        <pc:sldMkLst>
          <pc:docMk/>
          <pc:sldMk cId="1448624753" sldId="342"/>
        </pc:sldMkLst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1448624753" sldId="342"/>
            <ac:spMk id="3" creationId="{657E7E9D-352C-3540-BE93-666021877B92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1448624753" sldId="342"/>
            <ac:spMk id="9" creationId="{0CC5A3D4-FF14-1F43-82E0-241B27E9D76A}"/>
          </ac:spMkLst>
        </pc:spChg>
        <pc:picChg chg="mod">
          <ac:chgData name="Emily Beam" userId="936d34b1-6a49-4345-ae02-8326dc81bf0d" providerId="ADAL" clId="{FAE962B9-2C10-914E-B5C0-10CE1A6435C5}" dt="2021-02-04T19:32:55.260" v="145"/>
          <ac:picMkLst>
            <pc:docMk/>
            <pc:sldMk cId="1448624753" sldId="342"/>
            <ac:picMk id="7" creationId="{8978BE3A-06BB-4E41-8C44-4E75D8319CCB}"/>
          </ac:picMkLst>
        </pc:picChg>
        <pc:picChg chg="mod">
          <ac:chgData name="Emily Beam" userId="936d34b1-6a49-4345-ae02-8326dc81bf0d" providerId="ADAL" clId="{FAE962B9-2C10-914E-B5C0-10CE1A6435C5}" dt="2021-02-04T19:32:55.260" v="145"/>
          <ac:picMkLst>
            <pc:docMk/>
            <pc:sldMk cId="1448624753" sldId="342"/>
            <ac:picMk id="8" creationId="{E467B42F-C4AC-8542-B002-28917DF9B3F2}"/>
          </ac:picMkLst>
        </pc:picChg>
        <pc:picChg chg="mod">
          <ac:chgData name="Emily Beam" userId="936d34b1-6a49-4345-ae02-8326dc81bf0d" providerId="ADAL" clId="{FAE962B9-2C10-914E-B5C0-10CE1A6435C5}" dt="2021-02-04T19:32:55.260" v="145"/>
          <ac:picMkLst>
            <pc:docMk/>
            <pc:sldMk cId="1448624753" sldId="342"/>
            <ac:picMk id="10" creationId="{36179299-DECC-3D4E-A84E-C69B1B24B4F0}"/>
          </ac:picMkLst>
        </pc:picChg>
      </pc:sldChg>
      <pc:sldChg chg="modSp modNotes modNotesTx">
        <pc:chgData name="Emily Beam" userId="936d34b1-6a49-4345-ae02-8326dc81bf0d" providerId="ADAL" clId="{FAE962B9-2C10-914E-B5C0-10CE1A6435C5}" dt="2021-02-11T14:32:20.721" v="2756" actId="20577"/>
        <pc:sldMkLst>
          <pc:docMk/>
          <pc:sldMk cId="2921488419" sldId="343"/>
        </pc:sldMkLst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921488419" sldId="343"/>
            <ac:spMk id="3" creationId="{657E7E9D-352C-3540-BE93-666021877B92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2921488419" sldId="343"/>
            <ac:spMk id="9" creationId="{0CC5A3D4-FF14-1F43-82E0-241B27E9D76A}"/>
          </ac:spMkLst>
        </pc:spChg>
        <pc:picChg chg="mod">
          <ac:chgData name="Emily Beam" userId="936d34b1-6a49-4345-ae02-8326dc81bf0d" providerId="ADAL" clId="{FAE962B9-2C10-914E-B5C0-10CE1A6435C5}" dt="2021-02-04T19:32:55.260" v="145"/>
          <ac:picMkLst>
            <pc:docMk/>
            <pc:sldMk cId="2921488419" sldId="343"/>
            <ac:picMk id="7" creationId="{8978BE3A-06BB-4E41-8C44-4E75D8319CCB}"/>
          </ac:picMkLst>
        </pc:picChg>
        <pc:picChg chg="mod">
          <ac:chgData name="Emily Beam" userId="936d34b1-6a49-4345-ae02-8326dc81bf0d" providerId="ADAL" clId="{FAE962B9-2C10-914E-B5C0-10CE1A6435C5}" dt="2021-02-04T19:32:55.260" v="145"/>
          <ac:picMkLst>
            <pc:docMk/>
            <pc:sldMk cId="2921488419" sldId="343"/>
            <ac:picMk id="8" creationId="{E467B42F-C4AC-8542-B002-28917DF9B3F2}"/>
          </ac:picMkLst>
        </pc:picChg>
        <pc:picChg chg="mod">
          <ac:chgData name="Emily Beam" userId="936d34b1-6a49-4345-ae02-8326dc81bf0d" providerId="ADAL" clId="{FAE962B9-2C10-914E-B5C0-10CE1A6435C5}" dt="2021-02-04T19:32:55.260" v="145"/>
          <ac:picMkLst>
            <pc:docMk/>
            <pc:sldMk cId="2921488419" sldId="343"/>
            <ac:picMk id="10" creationId="{36179299-DECC-3D4E-A84E-C69B1B24B4F0}"/>
          </ac:picMkLst>
        </pc:picChg>
      </pc:sldChg>
      <pc:sldChg chg="addSp modSp modAnim modNotes">
        <pc:chgData name="Emily Beam" userId="936d34b1-6a49-4345-ae02-8326dc81bf0d" providerId="ADAL" clId="{FAE962B9-2C10-914E-B5C0-10CE1A6435C5}" dt="2021-02-11T14:31:46.990" v="2752" actId="164"/>
        <pc:sldMkLst>
          <pc:docMk/>
          <pc:sldMk cId="300611979" sldId="345"/>
        </pc:sldMkLst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0611979" sldId="345"/>
            <ac:spMk id="3" creationId="{657E7E9D-352C-3540-BE93-666021877B92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k cId="300611979" sldId="345"/>
            <ac:spMk id="11" creationId="{64EFBF5B-0C78-E44E-8ABE-84EF889F3266}"/>
          </ac:spMkLst>
        </pc:spChg>
        <pc:grpChg chg="add mod">
          <ac:chgData name="Emily Beam" userId="936d34b1-6a49-4345-ae02-8326dc81bf0d" providerId="ADAL" clId="{FAE962B9-2C10-914E-B5C0-10CE1A6435C5}" dt="2021-02-11T14:31:46.990" v="2752" actId="164"/>
          <ac:grpSpMkLst>
            <pc:docMk/>
            <pc:sldMk cId="300611979" sldId="345"/>
            <ac:grpSpMk id="2" creationId="{CA0C018C-A416-684A-8B21-4E0BC1A95E0F}"/>
          </ac:grpSpMkLst>
        </pc:grpChg>
        <pc:picChg chg="mod">
          <ac:chgData name="Emily Beam" userId="936d34b1-6a49-4345-ae02-8326dc81bf0d" providerId="ADAL" clId="{FAE962B9-2C10-914E-B5C0-10CE1A6435C5}" dt="2021-02-11T14:31:46.990" v="2752" actId="164"/>
          <ac:picMkLst>
            <pc:docMk/>
            <pc:sldMk cId="300611979" sldId="345"/>
            <ac:picMk id="7" creationId="{8978BE3A-06BB-4E41-8C44-4E75D8319CCB}"/>
          </ac:picMkLst>
        </pc:picChg>
        <pc:picChg chg="mod">
          <ac:chgData name="Emily Beam" userId="936d34b1-6a49-4345-ae02-8326dc81bf0d" providerId="ADAL" clId="{FAE962B9-2C10-914E-B5C0-10CE1A6435C5}" dt="2021-02-04T19:32:55.260" v="145"/>
          <ac:picMkLst>
            <pc:docMk/>
            <pc:sldMk cId="300611979" sldId="345"/>
            <ac:picMk id="8" creationId="{E467B42F-C4AC-8542-B002-28917DF9B3F2}"/>
          </ac:picMkLst>
        </pc:picChg>
        <pc:picChg chg="mod">
          <ac:chgData name="Emily Beam" userId="936d34b1-6a49-4345-ae02-8326dc81bf0d" providerId="ADAL" clId="{FAE962B9-2C10-914E-B5C0-10CE1A6435C5}" dt="2021-02-04T19:32:55.260" v="145"/>
          <ac:picMkLst>
            <pc:docMk/>
            <pc:sldMk cId="300611979" sldId="345"/>
            <ac:picMk id="10" creationId="{36179299-DECC-3D4E-A84E-C69B1B24B4F0}"/>
          </ac:picMkLst>
        </pc:picChg>
        <pc:cxnChg chg="mod">
          <ac:chgData name="Emily Beam" userId="936d34b1-6a49-4345-ae02-8326dc81bf0d" providerId="ADAL" clId="{FAE962B9-2C10-914E-B5C0-10CE1A6435C5}" dt="2021-02-11T14:31:46.990" v="2752" actId="164"/>
          <ac:cxnSpMkLst>
            <pc:docMk/>
            <pc:sldMk cId="300611979" sldId="345"/>
            <ac:cxnSpMk id="4" creationId="{7E048C71-3E24-374E-BE57-12D6F7B6277F}"/>
          </ac:cxnSpMkLst>
        </pc:cxnChg>
      </pc:sldChg>
      <pc:sldChg chg="mod modShow modNotes">
        <pc:chgData name="Emily Beam" userId="936d34b1-6a49-4345-ae02-8326dc81bf0d" providerId="ADAL" clId="{FAE962B9-2C10-914E-B5C0-10CE1A6435C5}" dt="2021-02-04T19:32:55.260" v="145"/>
        <pc:sldMkLst>
          <pc:docMk/>
          <pc:sldMk cId="1490639164" sldId="346"/>
        </pc:sldMkLst>
      </pc:sldChg>
      <pc:sldChg chg="addSp delSp modSp add mod ord modNotes">
        <pc:chgData name="Emily Beam" userId="936d34b1-6a49-4345-ae02-8326dc81bf0d" providerId="ADAL" clId="{FAE962B9-2C10-914E-B5C0-10CE1A6435C5}" dt="2021-02-04T19:36:10.543" v="262"/>
        <pc:sldMkLst>
          <pc:docMk/>
          <pc:sldMk cId="937187130" sldId="347"/>
        </pc:sldMkLst>
        <pc:picChg chg="add del mod">
          <ac:chgData name="Emily Beam" userId="936d34b1-6a49-4345-ae02-8326dc81bf0d" providerId="ADAL" clId="{FAE962B9-2C10-914E-B5C0-10CE1A6435C5}" dt="2021-02-04T19:36:10.543" v="262"/>
          <ac:picMkLst>
            <pc:docMk/>
            <pc:sldMk cId="937187130" sldId="347"/>
            <ac:picMk id="5" creationId="{C8F0818C-DC1D-D540-B1D1-8C7F766394BA}"/>
          </ac:picMkLst>
        </pc:picChg>
        <pc:picChg chg="add mod">
          <ac:chgData name="Emily Beam" userId="936d34b1-6a49-4345-ae02-8326dc81bf0d" providerId="ADAL" clId="{FAE962B9-2C10-914E-B5C0-10CE1A6435C5}" dt="2021-02-04T19:36:10.511" v="260"/>
          <ac:picMkLst>
            <pc:docMk/>
            <pc:sldMk cId="937187130" sldId="347"/>
            <ac:picMk id="7" creationId="{B18EF211-6A0C-4441-8332-9FC3FDBB0A15}"/>
          </ac:picMkLst>
        </pc:picChg>
      </pc:sldChg>
      <pc:sldChg chg="addSp delSp modSp add mod ord modNotes">
        <pc:chgData name="Emily Beam" userId="936d34b1-6a49-4345-ae02-8326dc81bf0d" providerId="ADAL" clId="{FAE962B9-2C10-914E-B5C0-10CE1A6435C5}" dt="2021-02-04T19:36:10.705" v="277"/>
        <pc:sldMkLst>
          <pc:docMk/>
          <pc:sldMk cId="4286506016" sldId="348"/>
        </pc:sldMkLst>
        <pc:picChg chg="add del mod">
          <ac:chgData name="Emily Beam" userId="936d34b1-6a49-4345-ae02-8326dc81bf0d" providerId="ADAL" clId="{FAE962B9-2C10-914E-B5C0-10CE1A6435C5}" dt="2021-02-04T19:36:10.705" v="277"/>
          <ac:picMkLst>
            <pc:docMk/>
            <pc:sldMk cId="4286506016" sldId="348"/>
            <ac:picMk id="5" creationId="{73986C0F-0976-0A49-92F3-6C928067F0A1}"/>
          </ac:picMkLst>
        </pc:picChg>
        <pc:picChg chg="add mod">
          <ac:chgData name="Emily Beam" userId="936d34b1-6a49-4345-ae02-8326dc81bf0d" providerId="ADAL" clId="{FAE962B9-2C10-914E-B5C0-10CE1A6435C5}" dt="2021-02-04T19:36:10.643" v="275"/>
          <ac:picMkLst>
            <pc:docMk/>
            <pc:sldMk cId="4286506016" sldId="348"/>
            <ac:picMk id="7" creationId="{1B244BD0-9A24-4C47-971D-42A7B1C7BF38}"/>
          </ac:picMkLst>
        </pc:picChg>
      </pc:sldChg>
      <pc:sldChg chg="addSp delSp modSp add mod ord modNotes">
        <pc:chgData name="Emily Beam" userId="936d34b1-6a49-4345-ae02-8326dc81bf0d" providerId="ADAL" clId="{FAE962B9-2C10-914E-B5C0-10CE1A6435C5}" dt="2021-02-04T19:36:10.891" v="292"/>
        <pc:sldMkLst>
          <pc:docMk/>
          <pc:sldMk cId="1439105206" sldId="349"/>
        </pc:sldMkLst>
        <pc:picChg chg="add del mod">
          <ac:chgData name="Emily Beam" userId="936d34b1-6a49-4345-ae02-8326dc81bf0d" providerId="ADAL" clId="{FAE962B9-2C10-914E-B5C0-10CE1A6435C5}" dt="2021-02-04T19:36:10.891" v="292"/>
          <ac:picMkLst>
            <pc:docMk/>
            <pc:sldMk cId="1439105206" sldId="349"/>
            <ac:picMk id="5" creationId="{502F43F2-E74D-F54D-AF6E-BE73AE3CC744}"/>
          </ac:picMkLst>
        </pc:picChg>
        <pc:picChg chg="add mod">
          <ac:chgData name="Emily Beam" userId="936d34b1-6a49-4345-ae02-8326dc81bf0d" providerId="ADAL" clId="{FAE962B9-2C10-914E-B5C0-10CE1A6435C5}" dt="2021-02-04T19:36:10.831" v="290"/>
          <ac:picMkLst>
            <pc:docMk/>
            <pc:sldMk cId="1439105206" sldId="349"/>
            <ac:picMk id="7" creationId="{52EE8678-20C7-444E-83F9-B412837461C0}"/>
          </ac:picMkLst>
        </pc:picChg>
      </pc:sldChg>
      <pc:sldChg chg="addSp delSp modSp add mod ord modNotes">
        <pc:chgData name="Emily Beam" userId="936d34b1-6a49-4345-ae02-8326dc81bf0d" providerId="ADAL" clId="{FAE962B9-2C10-914E-B5C0-10CE1A6435C5}" dt="2021-02-04T19:36:10.990" v="307"/>
        <pc:sldMkLst>
          <pc:docMk/>
          <pc:sldMk cId="1530685062" sldId="350"/>
        </pc:sldMkLst>
        <pc:picChg chg="add del mod">
          <ac:chgData name="Emily Beam" userId="936d34b1-6a49-4345-ae02-8326dc81bf0d" providerId="ADAL" clId="{FAE962B9-2C10-914E-B5C0-10CE1A6435C5}" dt="2021-02-04T19:36:10.990" v="307"/>
          <ac:picMkLst>
            <pc:docMk/>
            <pc:sldMk cId="1530685062" sldId="350"/>
            <ac:picMk id="5" creationId="{C959E883-3E5B-A446-9A03-A45E61DDD57F}"/>
          </ac:picMkLst>
        </pc:picChg>
        <pc:picChg chg="add mod">
          <ac:chgData name="Emily Beam" userId="936d34b1-6a49-4345-ae02-8326dc81bf0d" providerId="ADAL" clId="{FAE962B9-2C10-914E-B5C0-10CE1A6435C5}" dt="2021-02-04T19:36:10.974" v="305"/>
          <ac:picMkLst>
            <pc:docMk/>
            <pc:sldMk cId="1530685062" sldId="350"/>
            <ac:picMk id="7" creationId="{A2C5444A-1623-FB4D-9EDD-076D0A6C015A}"/>
          </ac:picMkLst>
        </pc:picChg>
      </pc:sldChg>
      <pc:sldChg chg="addSp delSp modSp add mod ord modNotes">
        <pc:chgData name="Emily Beam" userId="936d34b1-6a49-4345-ae02-8326dc81bf0d" providerId="ADAL" clId="{FAE962B9-2C10-914E-B5C0-10CE1A6435C5}" dt="2021-02-04T19:36:11.127" v="322"/>
        <pc:sldMkLst>
          <pc:docMk/>
          <pc:sldMk cId="3926511611" sldId="351"/>
        </pc:sldMkLst>
        <pc:picChg chg="add del mod">
          <ac:chgData name="Emily Beam" userId="936d34b1-6a49-4345-ae02-8326dc81bf0d" providerId="ADAL" clId="{FAE962B9-2C10-914E-B5C0-10CE1A6435C5}" dt="2021-02-04T19:36:11.127" v="322"/>
          <ac:picMkLst>
            <pc:docMk/>
            <pc:sldMk cId="3926511611" sldId="351"/>
            <ac:picMk id="5" creationId="{B3ABA305-B7EE-B840-887D-772D1B88049F}"/>
          </ac:picMkLst>
        </pc:picChg>
        <pc:picChg chg="add mod">
          <ac:chgData name="Emily Beam" userId="936d34b1-6a49-4345-ae02-8326dc81bf0d" providerId="ADAL" clId="{FAE962B9-2C10-914E-B5C0-10CE1A6435C5}" dt="2021-02-04T19:36:11.109" v="320"/>
          <ac:picMkLst>
            <pc:docMk/>
            <pc:sldMk cId="3926511611" sldId="351"/>
            <ac:picMk id="7" creationId="{3B65BB3A-5D35-CF4F-B7C0-EDDBB1CE85FD}"/>
          </ac:picMkLst>
        </pc:picChg>
      </pc:sldChg>
      <pc:sldChg chg="addSp delSp modSp add mod ord modNotes">
        <pc:chgData name="Emily Beam" userId="936d34b1-6a49-4345-ae02-8326dc81bf0d" providerId="ADAL" clId="{FAE962B9-2C10-914E-B5C0-10CE1A6435C5}" dt="2021-02-04T19:36:11.253" v="337"/>
        <pc:sldMkLst>
          <pc:docMk/>
          <pc:sldMk cId="1982512725" sldId="352"/>
        </pc:sldMkLst>
        <pc:picChg chg="add del mod">
          <ac:chgData name="Emily Beam" userId="936d34b1-6a49-4345-ae02-8326dc81bf0d" providerId="ADAL" clId="{FAE962B9-2C10-914E-B5C0-10CE1A6435C5}" dt="2021-02-04T19:36:11.253" v="337"/>
          <ac:picMkLst>
            <pc:docMk/>
            <pc:sldMk cId="1982512725" sldId="352"/>
            <ac:picMk id="5" creationId="{27B5C643-3FCF-2F46-AB84-4B534D2C7BB6}"/>
          </ac:picMkLst>
        </pc:picChg>
        <pc:picChg chg="add mod">
          <ac:chgData name="Emily Beam" userId="936d34b1-6a49-4345-ae02-8326dc81bf0d" providerId="ADAL" clId="{FAE962B9-2C10-914E-B5C0-10CE1A6435C5}" dt="2021-02-04T19:36:11.242" v="335"/>
          <ac:picMkLst>
            <pc:docMk/>
            <pc:sldMk cId="1982512725" sldId="352"/>
            <ac:picMk id="7" creationId="{177840AD-372A-4C4C-A9CA-00C2982BC70D}"/>
          </ac:picMkLst>
        </pc:picChg>
      </pc:sldChg>
      <pc:sldChg chg="addSp delSp modSp add mod ord modNotes">
        <pc:chgData name="Emily Beam" userId="936d34b1-6a49-4345-ae02-8326dc81bf0d" providerId="ADAL" clId="{FAE962B9-2C10-914E-B5C0-10CE1A6435C5}" dt="2021-02-04T19:41:16.359" v="445"/>
        <pc:sldMkLst>
          <pc:docMk/>
          <pc:sldMk cId="2357034390" sldId="353"/>
        </pc:sldMkLst>
        <pc:picChg chg="add del mod">
          <ac:chgData name="Emily Beam" userId="936d34b1-6a49-4345-ae02-8326dc81bf0d" providerId="ADAL" clId="{FAE962B9-2C10-914E-B5C0-10CE1A6435C5}" dt="2021-02-04T19:36:04.549" v="217"/>
          <ac:picMkLst>
            <pc:docMk/>
            <pc:sldMk cId="2357034390" sldId="353"/>
            <ac:picMk id="5" creationId="{33859A39-3DB2-624F-B29A-69B424D9326E}"/>
          </ac:picMkLst>
        </pc:picChg>
        <pc:picChg chg="add del mod">
          <ac:chgData name="Emily Beam" userId="936d34b1-6a49-4345-ae02-8326dc81bf0d" providerId="ADAL" clId="{FAE962B9-2C10-914E-B5C0-10CE1A6435C5}" dt="2021-02-04T19:36:11.375" v="352"/>
          <ac:picMkLst>
            <pc:docMk/>
            <pc:sldMk cId="2357034390" sldId="353"/>
            <ac:picMk id="7" creationId="{4FF3EA66-3B87-B641-ABDE-4FBDB0D9815A}"/>
          </ac:picMkLst>
        </pc:picChg>
        <pc:picChg chg="add del mod">
          <ac:chgData name="Emily Beam" userId="936d34b1-6a49-4345-ae02-8326dc81bf0d" providerId="ADAL" clId="{FAE962B9-2C10-914E-B5C0-10CE1A6435C5}" dt="2021-02-04T19:41:16.359" v="445"/>
          <ac:picMkLst>
            <pc:docMk/>
            <pc:sldMk cId="2357034390" sldId="353"/>
            <ac:picMk id="9" creationId="{F5EAEF33-2CA1-234D-910F-309F5EA7AFF4}"/>
          </ac:picMkLst>
        </pc:picChg>
        <pc:picChg chg="add mod">
          <ac:chgData name="Emily Beam" userId="936d34b1-6a49-4345-ae02-8326dc81bf0d" providerId="ADAL" clId="{FAE962B9-2C10-914E-B5C0-10CE1A6435C5}" dt="2021-02-04T19:41:16.330" v="443"/>
          <ac:picMkLst>
            <pc:docMk/>
            <pc:sldMk cId="2357034390" sldId="353"/>
            <ac:picMk id="11" creationId="{9B52FE88-2C58-CE4E-800D-5D9D2311E178}"/>
          </ac:picMkLst>
        </pc:picChg>
      </pc:sldChg>
      <pc:sldChg chg="addSp delSp modSp add mod ord modNotes">
        <pc:chgData name="Emily Beam" userId="936d34b1-6a49-4345-ae02-8326dc81bf0d" providerId="ADAL" clId="{FAE962B9-2C10-914E-B5C0-10CE1A6435C5}" dt="2021-02-04T19:41:16.488" v="460"/>
        <pc:sldMkLst>
          <pc:docMk/>
          <pc:sldMk cId="1745160617" sldId="354"/>
        </pc:sldMkLst>
        <pc:picChg chg="add del mod">
          <ac:chgData name="Emily Beam" userId="936d34b1-6a49-4345-ae02-8326dc81bf0d" providerId="ADAL" clId="{FAE962B9-2C10-914E-B5C0-10CE1A6435C5}" dt="2021-02-04T19:36:04.663" v="232"/>
          <ac:picMkLst>
            <pc:docMk/>
            <pc:sldMk cId="1745160617" sldId="354"/>
            <ac:picMk id="5" creationId="{8984A846-6347-844F-AEA4-2D2A36900BAC}"/>
          </ac:picMkLst>
        </pc:picChg>
        <pc:picChg chg="add del mod">
          <ac:chgData name="Emily Beam" userId="936d34b1-6a49-4345-ae02-8326dc81bf0d" providerId="ADAL" clId="{FAE962B9-2C10-914E-B5C0-10CE1A6435C5}" dt="2021-02-04T19:36:11.523" v="367"/>
          <ac:picMkLst>
            <pc:docMk/>
            <pc:sldMk cId="1745160617" sldId="354"/>
            <ac:picMk id="7" creationId="{03BD9E82-ACCF-F04C-8A8C-1E9D2B566685}"/>
          </ac:picMkLst>
        </pc:picChg>
        <pc:picChg chg="add del mod">
          <ac:chgData name="Emily Beam" userId="936d34b1-6a49-4345-ae02-8326dc81bf0d" providerId="ADAL" clId="{FAE962B9-2C10-914E-B5C0-10CE1A6435C5}" dt="2021-02-04T19:41:16.488" v="460"/>
          <ac:picMkLst>
            <pc:docMk/>
            <pc:sldMk cId="1745160617" sldId="354"/>
            <ac:picMk id="9" creationId="{C694718F-7C0C-5045-B3D8-60B850B77318}"/>
          </ac:picMkLst>
        </pc:picChg>
        <pc:picChg chg="add mod">
          <ac:chgData name="Emily Beam" userId="936d34b1-6a49-4345-ae02-8326dc81bf0d" providerId="ADAL" clId="{FAE962B9-2C10-914E-B5C0-10CE1A6435C5}" dt="2021-02-04T19:41:16.478" v="458"/>
          <ac:picMkLst>
            <pc:docMk/>
            <pc:sldMk cId="1745160617" sldId="354"/>
            <ac:picMk id="11" creationId="{D2C92923-8575-1F4A-9AC5-A32658CEDEA8}"/>
          </ac:picMkLst>
        </pc:picChg>
      </pc:sldChg>
      <pc:sldChg chg="addSp delSp modSp add mod ord modNotes">
        <pc:chgData name="Emily Beam" userId="936d34b1-6a49-4345-ae02-8326dc81bf0d" providerId="ADAL" clId="{FAE962B9-2C10-914E-B5C0-10CE1A6435C5}" dt="2021-02-04T19:41:16.577" v="475"/>
        <pc:sldMkLst>
          <pc:docMk/>
          <pc:sldMk cId="3954024707" sldId="355"/>
        </pc:sldMkLst>
        <pc:picChg chg="add del mod">
          <ac:chgData name="Emily Beam" userId="936d34b1-6a49-4345-ae02-8326dc81bf0d" providerId="ADAL" clId="{FAE962B9-2C10-914E-B5C0-10CE1A6435C5}" dt="2021-02-04T19:36:04.778" v="247"/>
          <ac:picMkLst>
            <pc:docMk/>
            <pc:sldMk cId="3954024707" sldId="355"/>
            <ac:picMk id="5" creationId="{303F3F93-22E7-4B47-8634-992382CA54D9}"/>
          </ac:picMkLst>
        </pc:picChg>
        <pc:picChg chg="add del mod">
          <ac:chgData name="Emily Beam" userId="936d34b1-6a49-4345-ae02-8326dc81bf0d" providerId="ADAL" clId="{FAE962B9-2C10-914E-B5C0-10CE1A6435C5}" dt="2021-02-04T19:36:11.628" v="382"/>
          <ac:picMkLst>
            <pc:docMk/>
            <pc:sldMk cId="3954024707" sldId="355"/>
            <ac:picMk id="7" creationId="{3A7A31C6-33EE-9B4D-B20C-8788FCBB7F31}"/>
          </ac:picMkLst>
        </pc:picChg>
        <pc:picChg chg="add del mod">
          <ac:chgData name="Emily Beam" userId="936d34b1-6a49-4345-ae02-8326dc81bf0d" providerId="ADAL" clId="{FAE962B9-2C10-914E-B5C0-10CE1A6435C5}" dt="2021-02-04T19:41:16.577" v="475"/>
          <ac:picMkLst>
            <pc:docMk/>
            <pc:sldMk cId="3954024707" sldId="355"/>
            <ac:picMk id="9" creationId="{60D4830E-610A-6B47-8E9F-5C46ABA23D9F}"/>
          </ac:picMkLst>
        </pc:picChg>
        <pc:picChg chg="add mod">
          <ac:chgData name="Emily Beam" userId="936d34b1-6a49-4345-ae02-8326dc81bf0d" providerId="ADAL" clId="{FAE962B9-2C10-914E-B5C0-10CE1A6435C5}" dt="2021-02-04T19:41:16.566" v="473"/>
          <ac:picMkLst>
            <pc:docMk/>
            <pc:sldMk cId="3954024707" sldId="355"/>
            <ac:picMk id="11" creationId="{E32618AF-E8BE-5A40-A37F-62EAE316CBEC}"/>
          </ac:picMkLst>
        </pc:picChg>
      </pc:sldChg>
      <pc:sldChg chg="addSp modSp add mod ord modNotes">
        <pc:chgData name="Emily Beam" userId="936d34b1-6a49-4345-ae02-8326dc81bf0d" providerId="ADAL" clId="{FAE962B9-2C10-914E-B5C0-10CE1A6435C5}" dt="2021-02-04T19:40:44.048" v="398"/>
        <pc:sldMkLst>
          <pc:docMk/>
          <pc:sldMk cId="1670446068" sldId="356"/>
        </pc:sldMkLst>
        <pc:picChg chg="add mod">
          <ac:chgData name="Emily Beam" userId="936d34b1-6a49-4345-ae02-8326dc81bf0d" providerId="ADAL" clId="{FAE962B9-2C10-914E-B5C0-10CE1A6435C5}" dt="2021-02-04T19:40:43.738" v="396"/>
          <ac:picMkLst>
            <pc:docMk/>
            <pc:sldMk cId="1670446068" sldId="356"/>
            <ac:picMk id="5" creationId="{87AFAF2C-8313-D14F-BA1B-EE599B26E785}"/>
          </ac:picMkLst>
        </pc:picChg>
      </pc:sldChg>
      <pc:sldChg chg="addSp modSp add mod ord modNotes">
        <pc:chgData name="Emily Beam" userId="936d34b1-6a49-4345-ae02-8326dc81bf0d" providerId="ADAL" clId="{FAE962B9-2C10-914E-B5C0-10CE1A6435C5}" dt="2021-02-04T19:40:44.385" v="414"/>
        <pc:sldMkLst>
          <pc:docMk/>
          <pc:sldMk cId="574316471" sldId="357"/>
        </pc:sldMkLst>
        <pc:picChg chg="add mod">
          <ac:chgData name="Emily Beam" userId="936d34b1-6a49-4345-ae02-8326dc81bf0d" providerId="ADAL" clId="{FAE962B9-2C10-914E-B5C0-10CE1A6435C5}" dt="2021-02-04T19:40:44.229" v="412"/>
          <ac:picMkLst>
            <pc:docMk/>
            <pc:sldMk cId="574316471" sldId="357"/>
            <ac:picMk id="5" creationId="{BAE2B685-4F78-274D-83E6-A1EBE5BAC210}"/>
          </ac:picMkLst>
        </pc:picChg>
      </pc:sldChg>
      <pc:sldChg chg="addSp modSp add mod ord modNotes">
        <pc:chgData name="Emily Beam" userId="936d34b1-6a49-4345-ae02-8326dc81bf0d" providerId="ADAL" clId="{FAE962B9-2C10-914E-B5C0-10CE1A6435C5}" dt="2021-02-04T19:40:45.324" v="430"/>
        <pc:sldMkLst>
          <pc:docMk/>
          <pc:sldMk cId="1199821386" sldId="358"/>
        </pc:sldMkLst>
        <pc:picChg chg="add mod">
          <ac:chgData name="Emily Beam" userId="936d34b1-6a49-4345-ae02-8326dc81bf0d" providerId="ADAL" clId="{FAE962B9-2C10-914E-B5C0-10CE1A6435C5}" dt="2021-02-04T19:40:44.911" v="428"/>
          <ac:picMkLst>
            <pc:docMk/>
            <pc:sldMk cId="1199821386" sldId="358"/>
            <ac:picMk id="5" creationId="{04B4E874-E167-4540-880A-4DBBCE642465}"/>
          </ac:picMkLst>
        </pc:picChg>
      </pc:sldChg>
      <pc:sldChg chg="add">
        <pc:chgData name="Emily Beam" userId="936d34b1-6a49-4345-ae02-8326dc81bf0d" providerId="ADAL" clId="{FAE962B9-2C10-914E-B5C0-10CE1A6435C5}" dt="2021-02-04T19:43:05.643" v="524"/>
        <pc:sldMkLst>
          <pc:docMk/>
          <pc:sldMk cId="3038052581" sldId="359"/>
        </pc:sldMkLst>
      </pc:sldChg>
      <pc:sldChg chg="addSp modSp add del mod modNotes">
        <pc:chgData name="Emily Beam" userId="936d34b1-6a49-4345-ae02-8326dc81bf0d" providerId="ADAL" clId="{FAE962B9-2C10-914E-B5C0-10CE1A6435C5}" dt="2021-02-04T19:42:59.580" v="523" actId="2696"/>
        <pc:sldMkLst>
          <pc:docMk/>
          <pc:sldMk cId="3583959598" sldId="359"/>
        </pc:sldMkLst>
        <pc:picChg chg="add mod">
          <ac:chgData name="Emily Beam" userId="936d34b1-6a49-4345-ae02-8326dc81bf0d" providerId="ADAL" clId="{FAE962B9-2C10-914E-B5C0-10CE1A6435C5}" dt="2021-02-04T19:42:54.574" v="489"/>
          <ac:picMkLst>
            <pc:docMk/>
            <pc:sldMk cId="3583959598" sldId="359"/>
            <ac:picMk id="5" creationId="{5B73C59E-8B88-7C4F-8357-D3425A81C07E}"/>
          </ac:picMkLst>
        </pc:picChg>
      </pc:sldChg>
      <pc:sldChg chg="add">
        <pc:chgData name="Emily Beam" userId="936d34b1-6a49-4345-ae02-8326dc81bf0d" providerId="ADAL" clId="{FAE962B9-2C10-914E-B5C0-10CE1A6435C5}" dt="2021-02-04T19:43:05.643" v="524"/>
        <pc:sldMkLst>
          <pc:docMk/>
          <pc:sldMk cId="910250030" sldId="360"/>
        </pc:sldMkLst>
      </pc:sldChg>
      <pc:sldChg chg="addSp modSp add del mod ord modNotes">
        <pc:chgData name="Emily Beam" userId="936d34b1-6a49-4345-ae02-8326dc81bf0d" providerId="ADAL" clId="{FAE962B9-2C10-914E-B5C0-10CE1A6435C5}" dt="2021-02-04T19:42:59.580" v="523" actId="2696"/>
        <pc:sldMkLst>
          <pc:docMk/>
          <pc:sldMk cId="3888630494" sldId="360"/>
        </pc:sldMkLst>
        <pc:picChg chg="add mod">
          <ac:chgData name="Emily Beam" userId="936d34b1-6a49-4345-ae02-8326dc81bf0d" providerId="ADAL" clId="{FAE962B9-2C10-914E-B5C0-10CE1A6435C5}" dt="2021-02-04T19:42:55.010" v="504"/>
          <ac:picMkLst>
            <pc:docMk/>
            <pc:sldMk cId="3888630494" sldId="360"/>
            <ac:picMk id="5" creationId="{D71BA94A-1904-844B-81A7-C24018321579}"/>
          </ac:picMkLst>
        </pc:picChg>
      </pc:sldChg>
      <pc:sldChg chg="add">
        <pc:chgData name="Emily Beam" userId="936d34b1-6a49-4345-ae02-8326dc81bf0d" providerId="ADAL" clId="{FAE962B9-2C10-914E-B5C0-10CE1A6435C5}" dt="2021-02-04T19:43:05.643" v="524"/>
        <pc:sldMkLst>
          <pc:docMk/>
          <pc:sldMk cId="2970909953" sldId="361"/>
        </pc:sldMkLst>
      </pc:sldChg>
      <pc:sldChg chg="addSp modSp add del mod ord modNotes">
        <pc:chgData name="Emily Beam" userId="936d34b1-6a49-4345-ae02-8326dc81bf0d" providerId="ADAL" clId="{FAE962B9-2C10-914E-B5C0-10CE1A6435C5}" dt="2021-02-04T19:42:59.580" v="523" actId="2696"/>
        <pc:sldMkLst>
          <pc:docMk/>
          <pc:sldMk cId="3292217934" sldId="361"/>
        </pc:sldMkLst>
        <pc:picChg chg="add mod">
          <ac:chgData name="Emily Beam" userId="936d34b1-6a49-4345-ae02-8326dc81bf0d" providerId="ADAL" clId="{FAE962B9-2C10-914E-B5C0-10CE1A6435C5}" dt="2021-02-04T19:42:55.286" v="520"/>
          <ac:picMkLst>
            <pc:docMk/>
            <pc:sldMk cId="3292217934" sldId="361"/>
            <ac:picMk id="5" creationId="{C6B4AB15-2542-5749-B296-C4061BA8C760}"/>
          </ac:picMkLst>
        </pc:picChg>
      </pc:sldChg>
      <pc:sldChg chg="addSp modSp add mod ord modNotes">
        <pc:chgData name="Emily Beam" userId="936d34b1-6a49-4345-ae02-8326dc81bf0d" providerId="ADAL" clId="{FAE962B9-2C10-914E-B5C0-10CE1A6435C5}" dt="2021-02-09T14:25:02.567" v="540"/>
        <pc:sldMkLst>
          <pc:docMk/>
          <pc:sldMk cId="1916225618" sldId="362"/>
        </pc:sldMkLst>
        <pc:picChg chg="add mod">
          <ac:chgData name="Emily Beam" userId="936d34b1-6a49-4345-ae02-8326dc81bf0d" providerId="ADAL" clId="{FAE962B9-2C10-914E-B5C0-10CE1A6435C5}" dt="2021-02-09T14:25:02.300" v="538"/>
          <ac:picMkLst>
            <pc:docMk/>
            <pc:sldMk cId="1916225618" sldId="362"/>
            <ac:picMk id="5" creationId="{62F26C94-F76A-CA4E-8C7D-8A3156A00643}"/>
          </ac:picMkLst>
        </pc:picChg>
      </pc:sldChg>
      <pc:sldChg chg="modSp new del mod">
        <pc:chgData name="Emily Beam" userId="936d34b1-6a49-4345-ae02-8326dc81bf0d" providerId="ADAL" clId="{FAE962B9-2C10-914E-B5C0-10CE1A6435C5}" dt="2021-02-09T14:25:16.165" v="548" actId="2696"/>
        <pc:sldMkLst>
          <pc:docMk/>
          <pc:sldMk cId="1092550414" sldId="363"/>
        </pc:sldMkLst>
        <pc:spChg chg="mod">
          <ac:chgData name="Emily Beam" userId="936d34b1-6a49-4345-ae02-8326dc81bf0d" providerId="ADAL" clId="{FAE962B9-2C10-914E-B5C0-10CE1A6435C5}" dt="2021-02-09T14:25:09.334" v="547" actId="20577"/>
          <ac:spMkLst>
            <pc:docMk/>
            <pc:sldMk cId="1092550414" sldId="363"/>
            <ac:spMk id="2" creationId="{143562D3-9919-9B4E-AAC0-01C278A982A9}"/>
          </ac:spMkLst>
        </pc:spChg>
      </pc:sldChg>
      <pc:sldChg chg="new del">
        <pc:chgData name="Emily Beam" userId="936d34b1-6a49-4345-ae02-8326dc81bf0d" providerId="ADAL" clId="{FAE962B9-2C10-914E-B5C0-10CE1A6435C5}" dt="2021-02-09T14:25:19.796" v="551" actId="2696"/>
        <pc:sldMkLst>
          <pc:docMk/>
          <pc:sldMk cId="2998827690" sldId="363"/>
        </pc:sldMkLst>
      </pc:sldChg>
      <pc:sldChg chg="modSp add mod">
        <pc:chgData name="Emily Beam" userId="936d34b1-6a49-4345-ae02-8326dc81bf0d" providerId="ADAL" clId="{FAE962B9-2C10-914E-B5C0-10CE1A6435C5}" dt="2021-02-09T14:27:10.329" v="946" actId="207"/>
        <pc:sldMkLst>
          <pc:docMk/>
          <pc:sldMk cId="1247649357" sldId="364"/>
        </pc:sldMkLst>
        <pc:spChg chg="mod">
          <ac:chgData name="Emily Beam" userId="936d34b1-6a49-4345-ae02-8326dc81bf0d" providerId="ADAL" clId="{FAE962B9-2C10-914E-B5C0-10CE1A6435C5}" dt="2021-02-09T14:27:10.329" v="946" actId="207"/>
          <ac:spMkLst>
            <pc:docMk/>
            <pc:sldMk cId="1247649357" sldId="364"/>
            <ac:spMk id="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9T14:25:24.355" v="570" actId="20577"/>
          <ac:spMkLst>
            <pc:docMk/>
            <pc:sldMk cId="1247649357" sldId="364"/>
            <ac:spMk id="3" creationId="{00000000-0000-0000-0000-000000000000}"/>
          </ac:spMkLst>
        </pc:spChg>
      </pc:sldChg>
      <pc:sldChg chg="new del">
        <pc:chgData name="Emily Beam" userId="936d34b1-6a49-4345-ae02-8326dc81bf0d" providerId="ADAL" clId="{FAE962B9-2C10-914E-B5C0-10CE1A6435C5}" dt="2021-02-09T14:27:17.829" v="948" actId="680"/>
        <pc:sldMkLst>
          <pc:docMk/>
          <pc:sldMk cId="766005927" sldId="365"/>
        </pc:sldMkLst>
      </pc:sldChg>
      <pc:sldChg chg="modSp add mod">
        <pc:chgData name="Emily Beam" userId="936d34b1-6a49-4345-ae02-8326dc81bf0d" providerId="ADAL" clId="{FAE962B9-2C10-914E-B5C0-10CE1A6435C5}" dt="2021-02-09T14:28:25.201" v="1147" actId="20577"/>
        <pc:sldMkLst>
          <pc:docMk/>
          <pc:sldMk cId="2632926032" sldId="365"/>
        </pc:sldMkLst>
        <pc:spChg chg="mod">
          <ac:chgData name="Emily Beam" userId="936d34b1-6a49-4345-ae02-8326dc81bf0d" providerId="ADAL" clId="{FAE962B9-2C10-914E-B5C0-10CE1A6435C5}" dt="2021-02-09T14:28:25.201" v="1147" actId="20577"/>
          <ac:spMkLst>
            <pc:docMk/>
            <pc:sldMk cId="2632926032" sldId="365"/>
            <ac:spMk id="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9T14:27:23.561" v="976" actId="20577"/>
          <ac:spMkLst>
            <pc:docMk/>
            <pc:sldMk cId="2632926032" sldId="365"/>
            <ac:spMk id="3" creationId="{00000000-0000-0000-0000-000000000000}"/>
          </ac:spMkLst>
        </pc:spChg>
      </pc:sldChg>
      <pc:sldChg chg="addSp modSp add mod ord modNotes">
        <pc:chgData name="Emily Beam" userId="936d34b1-6a49-4345-ae02-8326dc81bf0d" providerId="ADAL" clId="{FAE962B9-2C10-914E-B5C0-10CE1A6435C5}" dt="2021-02-09T14:28:51.744" v="1163"/>
        <pc:sldMkLst>
          <pc:docMk/>
          <pc:sldMk cId="3232699393" sldId="366"/>
        </pc:sldMkLst>
        <pc:picChg chg="add mod">
          <ac:chgData name="Emily Beam" userId="936d34b1-6a49-4345-ae02-8326dc81bf0d" providerId="ADAL" clId="{FAE962B9-2C10-914E-B5C0-10CE1A6435C5}" dt="2021-02-09T14:28:51.394" v="1161"/>
          <ac:picMkLst>
            <pc:docMk/>
            <pc:sldMk cId="3232699393" sldId="366"/>
            <ac:picMk id="5" creationId="{7EBCF59A-49C9-3A4D-A4CF-13256260CBE2}"/>
          </ac:picMkLst>
        </pc:picChg>
      </pc:sldChg>
      <pc:sldChg chg="addSp modSp new mod">
        <pc:chgData name="Emily Beam" userId="936d34b1-6a49-4345-ae02-8326dc81bf0d" providerId="ADAL" clId="{FAE962B9-2C10-914E-B5C0-10CE1A6435C5}" dt="2021-02-09T14:47:06.371" v="2465" actId="1076"/>
        <pc:sldMkLst>
          <pc:docMk/>
          <pc:sldMk cId="3447171818" sldId="367"/>
        </pc:sldMkLst>
        <pc:spChg chg="mod">
          <ac:chgData name="Emily Beam" userId="936d34b1-6a49-4345-ae02-8326dc81bf0d" providerId="ADAL" clId="{FAE962B9-2C10-914E-B5C0-10CE1A6435C5}" dt="2021-02-09T14:46:32.230" v="2330" actId="20577"/>
          <ac:spMkLst>
            <pc:docMk/>
            <pc:sldMk cId="3447171818" sldId="367"/>
            <ac:spMk id="2" creationId="{90214611-B2CE-9347-A9F3-63BC5DA2A493}"/>
          </ac:spMkLst>
        </pc:spChg>
        <pc:spChg chg="mod">
          <ac:chgData name="Emily Beam" userId="936d34b1-6a49-4345-ae02-8326dc81bf0d" providerId="ADAL" clId="{FAE962B9-2C10-914E-B5C0-10CE1A6435C5}" dt="2021-02-09T14:47:03.597" v="2464" actId="20577"/>
          <ac:spMkLst>
            <pc:docMk/>
            <pc:sldMk cId="3447171818" sldId="367"/>
            <ac:spMk id="3" creationId="{00C9E09E-DD32-1A4E-B909-5807BFE4B03D}"/>
          </ac:spMkLst>
        </pc:spChg>
        <pc:picChg chg="add mod">
          <ac:chgData name="Emily Beam" userId="936d34b1-6a49-4345-ae02-8326dc81bf0d" providerId="ADAL" clId="{FAE962B9-2C10-914E-B5C0-10CE1A6435C5}" dt="2021-02-09T14:47:06.371" v="2465" actId="1076"/>
          <ac:picMkLst>
            <pc:docMk/>
            <pc:sldMk cId="3447171818" sldId="367"/>
            <ac:picMk id="1026" creationId="{368A5F62-5EE8-B04E-99C4-0BD57CDC1600}"/>
          </ac:picMkLst>
        </pc:picChg>
      </pc:sldChg>
      <pc:sldChg chg="modSp new mod">
        <pc:chgData name="Emily Beam" userId="936d34b1-6a49-4345-ae02-8326dc81bf0d" providerId="ADAL" clId="{FAE962B9-2C10-914E-B5C0-10CE1A6435C5}" dt="2021-02-09T14:35:39.679" v="1571" actId="20577"/>
        <pc:sldMkLst>
          <pc:docMk/>
          <pc:sldMk cId="2739237938" sldId="368"/>
        </pc:sldMkLst>
        <pc:spChg chg="mod">
          <ac:chgData name="Emily Beam" userId="936d34b1-6a49-4345-ae02-8326dc81bf0d" providerId="ADAL" clId="{FAE962B9-2C10-914E-B5C0-10CE1A6435C5}" dt="2021-02-09T14:34:20.619" v="1305" actId="20577"/>
          <ac:spMkLst>
            <pc:docMk/>
            <pc:sldMk cId="2739237938" sldId="368"/>
            <ac:spMk id="2" creationId="{759D4142-91DD-3C48-90A1-EDBE8374F26F}"/>
          </ac:spMkLst>
        </pc:spChg>
        <pc:spChg chg="mod">
          <ac:chgData name="Emily Beam" userId="936d34b1-6a49-4345-ae02-8326dc81bf0d" providerId="ADAL" clId="{FAE962B9-2C10-914E-B5C0-10CE1A6435C5}" dt="2021-02-09T14:35:39.679" v="1571" actId="20577"/>
          <ac:spMkLst>
            <pc:docMk/>
            <pc:sldMk cId="2739237938" sldId="368"/>
            <ac:spMk id="3" creationId="{AC2CA3B8-2016-5640-A5C0-0AEB7A88926C}"/>
          </ac:spMkLst>
        </pc:spChg>
      </pc:sldChg>
      <pc:sldChg chg="addSp modSp add mod ord modNotes">
        <pc:chgData name="Emily Beam" userId="936d34b1-6a49-4345-ae02-8326dc81bf0d" providerId="ADAL" clId="{FAE962B9-2C10-914E-B5C0-10CE1A6435C5}" dt="2021-02-09T14:36:30.085" v="1587"/>
        <pc:sldMkLst>
          <pc:docMk/>
          <pc:sldMk cId="3093790291" sldId="369"/>
        </pc:sldMkLst>
        <pc:picChg chg="add mod">
          <ac:chgData name="Emily Beam" userId="936d34b1-6a49-4345-ae02-8326dc81bf0d" providerId="ADAL" clId="{FAE962B9-2C10-914E-B5C0-10CE1A6435C5}" dt="2021-02-09T14:36:29.658" v="1585"/>
          <ac:picMkLst>
            <pc:docMk/>
            <pc:sldMk cId="3093790291" sldId="369"/>
            <ac:picMk id="5" creationId="{685D48DC-FEF8-8B4C-9D27-4C0F29A33445}"/>
          </ac:picMkLst>
        </pc:picChg>
      </pc:sldChg>
      <pc:sldChg chg="addSp delSp modSp new mod setBg">
        <pc:chgData name="Emily Beam" userId="936d34b1-6a49-4345-ae02-8326dc81bf0d" providerId="ADAL" clId="{FAE962B9-2C10-914E-B5C0-10CE1A6435C5}" dt="2021-02-09T14:46:09.003" v="2298" actId="14100"/>
        <pc:sldMkLst>
          <pc:docMk/>
          <pc:sldMk cId="2140193913" sldId="370"/>
        </pc:sldMkLst>
        <pc:spChg chg="mod">
          <ac:chgData name="Emily Beam" userId="936d34b1-6a49-4345-ae02-8326dc81bf0d" providerId="ADAL" clId="{FAE962B9-2C10-914E-B5C0-10CE1A6435C5}" dt="2021-02-09T14:46:01.768" v="2295" actId="26606"/>
          <ac:spMkLst>
            <pc:docMk/>
            <pc:sldMk cId="2140193913" sldId="370"/>
            <ac:spMk id="2" creationId="{78650DA6-666E-7C48-A804-322888A6F78A}"/>
          </ac:spMkLst>
        </pc:spChg>
        <pc:spChg chg="mod">
          <ac:chgData name="Emily Beam" userId="936d34b1-6a49-4345-ae02-8326dc81bf0d" providerId="ADAL" clId="{FAE962B9-2C10-914E-B5C0-10CE1A6435C5}" dt="2021-02-09T14:46:09.003" v="2298" actId="14100"/>
          <ac:spMkLst>
            <pc:docMk/>
            <pc:sldMk cId="2140193913" sldId="370"/>
            <ac:spMk id="3" creationId="{1B55C4C4-00C4-2042-B843-003DF214B258}"/>
          </ac:spMkLst>
        </pc:spChg>
        <pc:spChg chg="add del">
          <ac:chgData name="Emily Beam" userId="936d34b1-6a49-4345-ae02-8326dc81bf0d" providerId="ADAL" clId="{FAE962B9-2C10-914E-B5C0-10CE1A6435C5}" dt="2021-02-09T14:45:54.347" v="2292" actId="26606"/>
          <ac:spMkLst>
            <pc:docMk/>
            <pc:sldMk cId="2140193913" sldId="370"/>
            <ac:spMk id="71" creationId="{9427AF5F-9A0E-42B7-A252-FD64C9885F9C}"/>
          </ac:spMkLst>
        </pc:spChg>
        <pc:spChg chg="add del">
          <ac:chgData name="Emily Beam" userId="936d34b1-6a49-4345-ae02-8326dc81bf0d" providerId="ADAL" clId="{FAE962B9-2C10-914E-B5C0-10CE1A6435C5}" dt="2021-02-09T14:46:01.754" v="2294" actId="26606"/>
          <ac:spMkLst>
            <pc:docMk/>
            <pc:sldMk cId="2140193913" sldId="370"/>
            <ac:spMk id="73" creationId="{127393A7-D6DA-410B-8699-AA56B57BF7BA}"/>
          </ac:spMkLst>
        </pc:spChg>
        <pc:spChg chg="add del">
          <ac:chgData name="Emily Beam" userId="936d34b1-6a49-4345-ae02-8326dc81bf0d" providerId="ADAL" clId="{FAE962B9-2C10-914E-B5C0-10CE1A6435C5}" dt="2021-02-09T14:46:01.754" v="2294" actId="26606"/>
          <ac:spMkLst>
            <pc:docMk/>
            <pc:sldMk cId="2140193913" sldId="370"/>
            <ac:spMk id="75" creationId="{8EC44C88-69E3-42EE-86E8-9B45F712B769}"/>
          </ac:spMkLst>
        </pc:spChg>
        <pc:spChg chg="add del">
          <ac:chgData name="Emily Beam" userId="936d34b1-6a49-4345-ae02-8326dc81bf0d" providerId="ADAL" clId="{FAE962B9-2C10-914E-B5C0-10CE1A6435C5}" dt="2021-02-09T14:46:01.754" v="2294" actId="26606"/>
          <ac:spMkLst>
            <pc:docMk/>
            <pc:sldMk cId="2140193913" sldId="370"/>
            <ac:spMk id="2052" creationId="{1BF4DD63-CE83-4A2A-994E-8598C22E6FCF}"/>
          </ac:spMkLst>
        </pc:spChg>
        <pc:spChg chg="add">
          <ac:chgData name="Emily Beam" userId="936d34b1-6a49-4345-ae02-8326dc81bf0d" providerId="ADAL" clId="{FAE962B9-2C10-914E-B5C0-10CE1A6435C5}" dt="2021-02-09T14:46:01.768" v="2295" actId="26606"/>
          <ac:spMkLst>
            <pc:docMk/>
            <pc:sldMk cId="2140193913" sldId="370"/>
            <ac:spMk id="2054" creationId="{80DF40B2-80F7-4E71-B46C-284163F3654A}"/>
          </ac:spMkLst>
        </pc:spChg>
        <pc:picChg chg="add mod ord">
          <ac:chgData name="Emily Beam" userId="936d34b1-6a49-4345-ae02-8326dc81bf0d" providerId="ADAL" clId="{FAE962B9-2C10-914E-B5C0-10CE1A6435C5}" dt="2021-02-09T14:46:01.812" v="2296" actId="27636"/>
          <ac:picMkLst>
            <pc:docMk/>
            <pc:sldMk cId="2140193913" sldId="370"/>
            <ac:picMk id="2050" creationId="{AB5F76FF-C715-3946-AB70-AB70839DA3FF}"/>
          </ac:picMkLst>
        </pc:picChg>
      </pc:sldChg>
      <pc:sldChg chg="add del">
        <pc:chgData name="Emily Beam" userId="936d34b1-6a49-4345-ae02-8326dc81bf0d" providerId="ADAL" clId="{FAE962B9-2C10-914E-B5C0-10CE1A6435C5}" dt="2021-02-09T14:44:41.799" v="2240"/>
        <pc:sldMkLst>
          <pc:docMk/>
          <pc:sldMk cId="962018456" sldId="371"/>
        </pc:sldMkLst>
      </pc:sldChg>
      <pc:sldChg chg="addSp delSp modSp add del mod ord modNotes">
        <pc:chgData name="Emily Beam" userId="936d34b1-6a49-4345-ae02-8326dc81bf0d" providerId="ADAL" clId="{FAE962B9-2C10-914E-B5C0-10CE1A6435C5}" dt="2021-02-09T14:42:28.573" v="2189"/>
        <pc:sldMkLst>
          <pc:docMk/>
          <pc:sldMk cId="2810746781" sldId="371"/>
        </pc:sldMkLst>
        <pc:picChg chg="add del mod">
          <ac:chgData name="Emily Beam" userId="936d34b1-6a49-4345-ae02-8326dc81bf0d" providerId="ADAL" clId="{FAE962B9-2C10-914E-B5C0-10CE1A6435C5}" dt="2021-02-09T14:42:28.573" v="2189"/>
          <ac:picMkLst>
            <pc:docMk/>
            <pc:sldMk cId="2810746781" sldId="371"/>
            <ac:picMk id="5" creationId="{7FBE9038-3DFF-2A49-AD8E-D22E4CADE0CB}"/>
          </ac:picMkLst>
        </pc:picChg>
      </pc:sldChg>
      <pc:sldChg chg="addSp modSp add del mod ord modNotes">
        <pc:chgData name="Emily Beam" userId="936d34b1-6a49-4345-ae02-8326dc81bf0d" providerId="ADAL" clId="{FAE962B9-2C10-914E-B5C0-10CE1A6435C5}" dt="2021-02-09T14:44:32.748" v="2238" actId="2696"/>
        <pc:sldMkLst>
          <pc:docMk/>
          <pc:sldMk cId="3868498805" sldId="371"/>
        </pc:sldMkLst>
        <pc:picChg chg="add mod">
          <ac:chgData name="Emily Beam" userId="936d34b1-6a49-4345-ae02-8326dc81bf0d" providerId="ADAL" clId="{FAE962B9-2C10-914E-B5C0-10CE1A6435C5}" dt="2021-02-09T14:44:26.893" v="2203"/>
          <ac:picMkLst>
            <pc:docMk/>
            <pc:sldMk cId="3868498805" sldId="371"/>
            <ac:picMk id="5" creationId="{F022F014-20BC-ED4A-A47E-BCEC80DF3CE3}"/>
          </ac:picMkLst>
        </pc:picChg>
      </pc:sldChg>
      <pc:sldChg chg="add">
        <pc:chgData name="Emily Beam" userId="936d34b1-6a49-4345-ae02-8326dc81bf0d" providerId="ADAL" clId="{FAE962B9-2C10-914E-B5C0-10CE1A6435C5}" dt="2021-02-09T14:44:45.019" v="2241"/>
        <pc:sldMkLst>
          <pc:docMk/>
          <pc:sldMk cId="4050193649" sldId="371"/>
        </pc:sldMkLst>
      </pc:sldChg>
      <pc:sldChg chg="addSp modSp add del mod ord modNotes">
        <pc:chgData name="Emily Beam" userId="936d34b1-6a49-4345-ae02-8326dc81bf0d" providerId="ADAL" clId="{FAE962B9-2C10-914E-B5C0-10CE1A6435C5}" dt="2021-02-09T14:44:32.748" v="2238" actId="2696"/>
        <pc:sldMkLst>
          <pc:docMk/>
          <pc:sldMk cId="87220980" sldId="372"/>
        </pc:sldMkLst>
        <pc:picChg chg="add mod">
          <ac:chgData name="Emily Beam" userId="936d34b1-6a49-4345-ae02-8326dc81bf0d" providerId="ADAL" clId="{FAE962B9-2C10-914E-B5C0-10CE1A6435C5}" dt="2021-02-09T14:44:27.383" v="2219"/>
          <ac:picMkLst>
            <pc:docMk/>
            <pc:sldMk cId="87220980" sldId="372"/>
            <ac:picMk id="5" creationId="{8A634366-10F8-1A4D-B450-69262BF682F1}"/>
          </ac:picMkLst>
        </pc:picChg>
      </pc:sldChg>
      <pc:sldChg chg="addSp delSp modSp add del mod ord modNotes">
        <pc:chgData name="Emily Beam" userId="936d34b1-6a49-4345-ae02-8326dc81bf0d" providerId="ADAL" clId="{FAE962B9-2C10-914E-B5C0-10CE1A6435C5}" dt="2021-02-09T14:42:28.573" v="2189"/>
        <pc:sldMkLst>
          <pc:docMk/>
          <pc:sldMk cId="389567886" sldId="372"/>
        </pc:sldMkLst>
        <pc:picChg chg="add del mod">
          <ac:chgData name="Emily Beam" userId="936d34b1-6a49-4345-ae02-8326dc81bf0d" providerId="ADAL" clId="{FAE962B9-2C10-914E-B5C0-10CE1A6435C5}" dt="2021-02-09T14:42:28.573" v="2189"/>
          <ac:picMkLst>
            <pc:docMk/>
            <pc:sldMk cId="389567886" sldId="372"/>
            <ac:picMk id="5" creationId="{82388580-E846-AA4E-91E4-E51D3CFB38FB}"/>
          </ac:picMkLst>
        </pc:picChg>
      </pc:sldChg>
      <pc:sldChg chg="add">
        <pc:chgData name="Emily Beam" userId="936d34b1-6a49-4345-ae02-8326dc81bf0d" providerId="ADAL" clId="{FAE962B9-2C10-914E-B5C0-10CE1A6435C5}" dt="2021-02-09T14:44:45.019" v="2241"/>
        <pc:sldMkLst>
          <pc:docMk/>
          <pc:sldMk cId="1317508250" sldId="372"/>
        </pc:sldMkLst>
      </pc:sldChg>
      <pc:sldChg chg="add del">
        <pc:chgData name="Emily Beam" userId="936d34b1-6a49-4345-ae02-8326dc81bf0d" providerId="ADAL" clId="{FAE962B9-2C10-914E-B5C0-10CE1A6435C5}" dt="2021-02-09T14:44:41.799" v="2240"/>
        <pc:sldMkLst>
          <pc:docMk/>
          <pc:sldMk cId="1502040133" sldId="372"/>
        </pc:sldMkLst>
      </pc:sldChg>
      <pc:sldChg chg="add">
        <pc:chgData name="Emily Beam" userId="936d34b1-6a49-4345-ae02-8326dc81bf0d" providerId="ADAL" clId="{FAE962B9-2C10-914E-B5C0-10CE1A6435C5}" dt="2021-02-09T14:44:45.019" v="2241"/>
        <pc:sldMkLst>
          <pc:docMk/>
          <pc:sldMk cId="1466315429" sldId="373"/>
        </pc:sldMkLst>
      </pc:sldChg>
      <pc:sldChg chg="addSp modSp add del mod ord modNotes">
        <pc:chgData name="Emily Beam" userId="936d34b1-6a49-4345-ae02-8326dc81bf0d" providerId="ADAL" clId="{FAE962B9-2C10-914E-B5C0-10CE1A6435C5}" dt="2021-02-09T14:44:32.748" v="2238" actId="2696"/>
        <pc:sldMkLst>
          <pc:docMk/>
          <pc:sldMk cId="1508209833" sldId="373"/>
        </pc:sldMkLst>
        <pc:picChg chg="add mod">
          <ac:chgData name="Emily Beam" userId="936d34b1-6a49-4345-ae02-8326dc81bf0d" providerId="ADAL" clId="{FAE962B9-2C10-914E-B5C0-10CE1A6435C5}" dt="2021-02-09T14:44:27.766" v="2235"/>
          <ac:picMkLst>
            <pc:docMk/>
            <pc:sldMk cId="1508209833" sldId="373"/>
            <ac:picMk id="5" creationId="{7066F905-A162-BC49-A8EC-66479B3C19BC}"/>
          </ac:picMkLst>
        </pc:picChg>
      </pc:sldChg>
      <pc:sldChg chg="add del">
        <pc:chgData name="Emily Beam" userId="936d34b1-6a49-4345-ae02-8326dc81bf0d" providerId="ADAL" clId="{FAE962B9-2C10-914E-B5C0-10CE1A6435C5}" dt="2021-02-09T14:44:41.799" v="2240"/>
        <pc:sldMkLst>
          <pc:docMk/>
          <pc:sldMk cId="2315754753" sldId="373"/>
        </pc:sldMkLst>
      </pc:sldChg>
      <pc:sldChg chg="addSp delSp modSp add del mod ord modNotes">
        <pc:chgData name="Emily Beam" userId="936d34b1-6a49-4345-ae02-8326dc81bf0d" providerId="ADAL" clId="{FAE962B9-2C10-914E-B5C0-10CE1A6435C5}" dt="2021-02-09T14:42:28.573" v="2189"/>
        <pc:sldMkLst>
          <pc:docMk/>
          <pc:sldMk cId="3723308227" sldId="373"/>
        </pc:sldMkLst>
        <pc:picChg chg="add del mod">
          <ac:chgData name="Emily Beam" userId="936d34b1-6a49-4345-ae02-8326dc81bf0d" providerId="ADAL" clId="{FAE962B9-2C10-914E-B5C0-10CE1A6435C5}" dt="2021-02-09T14:42:28.573" v="2189"/>
          <ac:picMkLst>
            <pc:docMk/>
            <pc:sldMk cId="3723308227" sldId="373"/>
            <ac:picMk id="5" creationId="{2F0A3E66-3093-694B-8DCE-ED47367828E0}"/>
          </ac:picMkLst>
        </pc:picChg>
      </pc:sldChg>
      <pc:sldChg chg="addSp modSp add mod ord modNotes">
        <pc:chgData name="Emily Beam" userId="936d34b1-6a49-4345-ae02-8326dc81bf0d" providerId="ADAL" clId="{FAE962B9-2C10-914E-B5C0-10CE1A6435C5}" dt="2021-02-09T14:45:11.130" v="2257"/>
        <pc:sldMkLst>
          <pc:docMk/>
          <pc:sldMk cId="1587655595" sldId="374"/>
        </pc:sldMkLst>
        <pc:picChg chg="add mod">
          <ac:chgData name="Emily Beam" userId="936d34b1-6a49-4345-ae02-8326dc81bf0d" providerId="ADAL" clId="{FAE962B9-2C10-914E-B5C0-10CE1A6435C5}" dt="2021-02-09T14:45:10.859" v="2255"/>
          <ac:picMkLst>
            <pc:docMk/>
            <pc:sldMk cId="1587655595" sldId="374"/>
            <ac:picMk id="5" creationId="{A6C7ACF4-97A9-0844-BD00-9CED50CD7C2F}"/>
          </ac:picMkLst>
        </pc:picChg>
      </pc:sldChg>
      <pc:sldChg chg="addSp delSp modSp add del mod ord modNotes">
        <pc:chgData name="Emily Beam" userId="936d34b1-6a49-4345-ae02-8326dc81bf0d" providerId="ADAL" clId="{FAE962B9-2C10-914E-B5C0-10CE1A6435C5}" dt="2021-02-09T14:42:28.573" v="2189"/>
        <pc:sldMkLst>
          <pc:docMk/>
          <pc:sldMk cId="3590568824" sldId="374"/>
        </pc:sldMkLst>
        <pc:picChg chg="add del mod">
          <ac:chgData name="Emily Beam" userId="936d34b1-6a49-4345-ae02-8326dc81bf0d" providerId="ADAL" clId="{FAE962B9-2C10-914E-B5C0-10CE1A6435C5}" dt="2021-02-09T14:42:28.573" v="2189"/>
          <ac:picMkLst>
            <pc:docMk/>
            <pc:sldMk cId="3590568824" sldId="374"/>
            <ac:picMk id="5" creationId="{FA38F12D-7FB1-CD4E-A940-1812F89BB9BE}"/>
          </ac:picMkLst>
        </pc:picChg>
      </pc:sldChg>
      <pc:sldChg chg="addSp delSp modSp add del mod ord modNotes">
        <pc:chgData name="Emily Beam" userId="936d34b1-6a49-4345-ae02-8326dc81bf0d" providerId="ADAL" clId="{FAE962B9-2C10-914E-B5C0-10CE1A6435C5}" dt="2021-02-09T14:42:28.573" v="2189"/>
        <pc:sldMkLst>
          <pc:docMk/>
          <pc:sldMk cId="2939638" sldId="375"/>
        </pc:sldMkLst>
        <pc:picChg chg="add del mod">
          <ac:chgData name="Emily Beam" userId="936d34b1-6a49-4345-ae02-8326dc81bf0d" providerId="ADAL" clId="{FAE962B9-2C10-914E-B5C0-10CE1A6435C5}" dt="2021-02-09T14:42:28.573" v="2189"/>
          <ac:picMkLst>
            <pc:docMk/>
            <pc:sldMk cId="2939638" sldId="375"/>
            <ac:picMk id="5" creationId="{E910D521-DD4A-4944-8D85-EC730648D9D6}"/>
          </ac:picMkLst>
        </pc:picChg>
      </pc:sldChg>
      <pc:sldChg chg="addSp modSp add mod ord modNotes">
        <pc:chgData name="Emily Beam" userId="936d34b1-6a49-4345-ae02-8326dc81bf0d" providerId="ADAL" clId="{FAE962B9-2C10-914E-B5C0-10CE1A6435C5}" dt="2021-02-09T14:45:11.665" v="2273"/>
        <pc:sldMkLst>
          <pc:docMk/>
          <pc:sldMk cId="4191978786" sldId="375"/>
        </pc:sldMkLst>
        <pc:picChg chg="add mod">
          <ac:chgData name="Emily Beam" userId="936d34b1-6a49-4345-ae02-8326dc81bf0d" providerId="ADAL" clId="{FAE962B9-2C10-914E-B5C0-10CE1A6435C5}" dt="2021-02-09T14:45:11.433" v="2271"/>
          <ac:picMkLst>
            <pc:docMk/>
            <pc:sldMk cId="4191978786" sldId="375"/>
            <ac:picMk id="5" creationId="{252768FC-9076-884B-A0EF-9DA53673E622}"/>
          </ac:picMkLst>
        </pc:picChg>
      </pc:sldChg>
      <pc:sldChg chg="addSp modSp add mod ord modNotes">
        <pc:chgData name="Emily Beam" userId="936d34b1-6a49-4345-ae02-8326dc81bf0d" providerId="ADAL" clId="{FAE962B9-2C10-914E-B5C0-10CE1A6435C5}" dt="2021-02-09T14:45:12.226" v="2289"/>
        <pc:sldMkLst>
          <pc:docMk/>
          <pc:sldMk cId="1285868251" sldId="376"/>
        </pc:sldMkLst>
        <pc:picChg chg="add mod">
          <ac:chgData name="Emily Beam" userId="936d34b1-6a49-4345-ae02-8326dc81bf0d" providerId="ADAL" clId="{FAE962B9-2C10-914E-B5C0-10CE1A6435C5}" dt="2021-02-09T14:45:11.834" v="2287"/>
          <ac:picMkLst>
            <pc:docMk/>
            <pc:sldMk cId="1285868251" sldId="376"/>
            <ac:picMk id="5" creationId="{3F3181BE-234A-1F49-A657-AC591F54393C}"/>
          </ac:picMkLst>
        </pc:picChg>
      </pc:sldChg>
      <pc:sldChg chg="addSp delSp modSp add del mod ord modNotes">
        <pc:chgData name="Emily Beam" userId="936d34b1-6a49-4345-ae02-8326dc81bf0d" providerId="ADAL" clId="{FAE962B9-2C10-914E-B5C0-10CE1A6435C5}" dt="2021-02-09T14:42:28.573" v="2189"/>
        <pc:sldMkLst>
          <pc:docMk/>
          <pc:sldMk cId="3948447065" sldId="376"/>
        </pc:sldMkLst>
        <pc:picChg chg="add del mod">
          <ac:chgData name="Emily Beam" userId="936d34b1-6a49-4345-ae02-8326dc81bf0d" providerId="ADAL" clId="{FAE962B9-2C10-914E-B5C0-10CE1A6435C5}" dt="2021-02-09T14:42:28.573" v="2189"/>
          <ac:picMkLst>
            <pc:docMk/>
            <pc:sldMk cId="3948447065" sldId="376"/>
            <ac:picMk id="5" creationId="{34301D27-B132-F748-B035-667B3D476EA2}"/>
          </ac:picMkLst>
        </pc:picChg>
      </pc:sldChg>
      <pc:sldChg chg="addSp modSp add mod ord modNotes">
        <pc:chgData name="Emily Beam" userId="936d34b1-6a49-4345-ae02-8326dc81bf0d" providerId="ADAL" clId="{FAE962B9-2C10-914E-B5C0-10CE1A6435C5}" dt="2021-02-09T14:49:35.381" v="2481"/>
        <pc:sldMkLst>
          <pc:docMk/>
          <pc:sldMk cId="2687049052" sldId="377"/>
        </pc:sldMkLst>
        <pc:picChg chg="add mod">
          <ac:chgData name="Emily Beam" userId="936d34b1-6a49-4345-ae02-8326dc81bf0d" providerId="ADAL" clId="{FAE962B9-2C10-914E-B5C0-10CE1A6435C5}" dt="2021-02-09T14:49:35.039" v="2479"/>
          <ac:picMkLst>
            <pc:docMk/>
            <pc:sldMk cId="2687049052" sldId="377"/>
            <ac:picMk id="5" creationId="{057B94CF-FA83-A44B-A994-0B933E2B4F83}"/>
          </ac:picMkLst>
        </pc:picChg>
      </pc:sldChg>
      <pc:sldChg chg="addSp modSp add mod ord modNotes">
        <pc:chgData name="Emily Beam" userId="936d34b1-6a49-4345-ae02-8326dc81bf0d" providerId="ADAL" clId="{FAE962B9-2C10-914E-B5C0-10CE1A6435C5}" dt="2021-02-09T14:49:36.694" v="2497"/>
        <pc:sldMkLst>
          <pc:docMk/>
          <pc:sldMk cId="1023143763" sldId="378"/>
        </pc:sldMkLst>
        <pc:picChg chg="add mod">
          <ac:chgData name="Emily Beam" userId="936d34b1-6a49-4345-ae02-8326dc81bf0d" providerId="ADAL" clId="{FAE962B9-2C10-914E-B5C0-10CE1A6435C5}" dt="2021-02-09T14:49:36.105" v="2495"/>
          <ac:picMkLst>
            <pc:docMk/>
            <pc:sldMk cId="1023143763" sldId="378"/>
            <ac:picMk id="5" creationId="{7A6B5898-E3EF-214E-BD2A-3E9AF70482F6}"/>
          </ac:picMkLst>
        </pc:picChg>
      </pc:sldChg>
      <pc:sldChg chg="addSp modSp add mod ord modNotes">
        <pc:chgData name="Emily Beam" userId="936d34b1-6a49-4345-ae02-8326dc81bf0d" providerId="ADAL" clId="{FAE962B9-2C10-914E-B5C0-10CE1A6435C5}" dt="2021-02-09T14:49:37.297" v="2513"/>
        <pc:sldMkLst>
          <pc:docMk/>
          <pc:sldMk cId="395096196" sldId="379"/>
        </pc:sldMkLst>
        <pc:picChg chg="add mod">
          <ac:chgData name="Emily Beam" userId="936d34b1-6a49-4345-ae02-8326dc81bf0d" providerId="ADAL" clId="{FAE962B9-2C10-914E-B5C0-10CE1A6435C5}" dt="2021-02-09T14:49:37.150" v="2511"/>
          <ac:picMkLst>
            <pc:docMk/>
            <pc:sldMk cId="395096196" sldId="379"/>
            <ac:picMk id="5" creationId="{2AC73D5C-2D90-F244-B471-0176A20ED4F5}"/>
          </ac:picMkLst>
        </pc:picChg>
      </pc:sldChg>
      <pc:sldChg chg="addSp modSp add mod ord modNotes">
        <pc:chgData name="Emily Beam" userId="936d34b1-6a49-4345-ae02-8326dc81bf0d" providerId="ADAL" clId="{FAE962B9-2C10-914E-B5C0-10CE1A6435C5}" dt="2021-02-09T14:50:38.620" v="2529"/>
        <pc:sldMkLst>
          <pc:docMk/>
          <pc:sldMk cId="4271823179" sldId="380"/>
        </pc:sldMkLst>
        <pc:picChg chg="add mod">
          <ac:chgData name="Emily Beam" userId="936d34b1-6a49-4345-ae02-8326dc81bf0d" providerId="ADAL" clId="{FAE962B9-2C10-914E-B5C0-10CE1A6435C5}" dt="2021-02-09T14:50:38.409" v="2527"/>
          <ac:picMkLst>
            <pc:docMk/>
            <pc:sldMk cId="4271823179" sldId="380"/>
            <ac:picMk id="5" creationId="{883FB7AE-E423-EF46-85BB-49B7215CB2BF}"/>
          </ac:picMkLst>
        </pc:picChg>
      </pc:sldChg>
      <pc:sldChg chg="addSp modSp add mod ord modNotes">
        <pc:chgData name="Emily Beam" userId="936d34b1-6a49-4345-ae02-8326dc81bf0d" providerId="ADAL" clId="{FAE962B9-2C10-914E-B5C0-10CE1A6435C5}" dt="2021-02-09T14:50:39.022" v="2545"/>
        <pc:sldMkLst>
          <pc:docMk/>
          <pc:sldMk cId="116284873" sldId="381"/>
        </pc:sldMkLst>
        <pc:picChg chg="add mod">
          <ac:chgData name="Emily Beam" userId="936d34b1-6a49-4345-ae02-8326dc81bf0d" providerId="ADAL" clId="{FAE962B9-2C10-914E-B5C0-10CE1A6435C5}" dt="2021-02-09T14:50:38.866" v="2543"/>
          <ac:picMkLst>
            <pc:docMk/>
            <pc:sldMk cId="116284873" sldId="381"/>
            <ac:picMk id="5" creationId="{5B43C1DE-DFCB-2E4B-B2F8-3C336E104966}"/>
          </ac:picMkLst>
        </pc:picChg>
      </pc:sldChg>
      <pc:sldChg chg="addSp modSp add mod ord modNotes">
        <pc:chgData name="Emily Beam" userId="936d34b1-6a49-4345-ae02-8326dc81bf0d" providerId="ADAL" clId="{FAE962B9-2C10-914E-B5C0-10CE1A6435C5}" dt="2021-02-09T14:50:39.833" v="2561"/>
        <pc:sldMkLst>
          <pc:docMk/>
          <pc:sldMk cId="1608397862" sldId="382"/>
        </pc:sldMkLst>
        <pc:picChg chg="add mod">
          <ac:chgData name="Emily Beam" userId="936d34b1-6a49-4345-ae02-8326dc81bf0d" providerId="ADAL" clId="{FAE962B9-2C10-914E-B5C0-10CE1A6435C5}" dt="2021-02-09T14:50:39.336" v="2559"/>
          <ac:picMkLst>
            <pc:docMk/>
            <pc:sldMk cId="1608397862" sldId="382"/>
            <ac:picMk id="5" creationId="{5C8A53E1-6F39-BD4F-9F1A-283797756ED8}"/>
          </ac:picMkLst>
        </pc:picChg>
      </pc:sldChg>
      <pc:sldChg chg="addSp delSp modSp add mod ord modNotes">
        <pc:chgData name="Emily Beam" userId="936d34b1-6a49-4345-ae02-8326dc81bf0d" providerId="ADAL" clId="{FAE962B9-2C10-914E-B5C0-10CE1A6435C5}" dt="2021-02-09T14:54:25.791" v="2672"/>
        <pc:sldMkLst>
          <pc:docMk/>
          <pc:sldMk cId="4174433341" sldId="383"/>
        </pc:sldMkLst>
        <pc:picChg chg="add del mod">
          <ac:chgData name="Emily Beam" userId="936d34b1-6a49-4345-ae02-8326dc81bf0d" providerId="ADAL" clId="{FAE962B9-2C10-914E-B5C0-10CE1A6435C5}" dt="2021-02-09T14:54:25.791" v="2672"/>
          <ac:picMkLst>
            <pc:docMk/>
            <pc:sldMk cId="4174433341" sldId="383"/>
            <ac:picMk id="5" creationId="{52F661DE-D577-2143-9E7C-FA602D9E51B0}"/>
          </ac:picMkLst>
        </pc:picChg>
        <pc:picChg chg="add mod">
          <ac:chgData name="Emily Beam" userId="936d34b1-6a49-4345-ae02-8326dc81bf0d" providerId="ADAL" clId="{FAE962B9-2C10-914E-B5C0-10CE1A6435C5}" dt="2021-02-09T14:54:25.701" v="2670"/>
          <ac:picMkLst>
            <pc:docMk/>
            <pc:sldMk cId="4174433341" sldId="383"/>
            <ac:picMk id="7" creationId="{5353B544-105B-604E-9578-D272AEFFCB12}"/>
          </ac:picMkLst>
        </pc:picChg>
      </pc:sldChg>
      <pc:sldChg chg="addSp delSp modSp add mod ord modNotes">
        <pc:chgData name="Emily Beam" userId="936d34b1-6a49-4345-ae02-8326dc81bf0d" providerId="ADAL" clId="{FAE962B9-2C10-914E-B5C0-10CE1A6435C5}" dt="2021-02-09T14:54:25.939" v="2687"/>
        <pc:sldMkLst>
          <pc:docMk/>
          <pc:sldMk cId="1632004884" sldId="384"/>
        </pc:sldMkLst>
        <pc:picChg chg="add del mod">
          <ac:chgData name="Emily Beam" userId="936d34b1-6a49-4345-ae02-8326dc81bf0d" providerId="ADAL" clId="{FAE962B9-2C10-914E-B5C0-10CE1A6435C5}" dt="2021-02-09T14:54:25.939" v="2687"/>
          <ac:picMkLst>
            <pc:docMk/>
            <pc:sldMk cId="1632004884" sldId="384"/>
            <ac:picMk id="5" creationId="{A0E72F5B-295B-3C4C-A5C0-D386245E3C22}"/>
          </ac:picMkLst>
        </pc:picChg>
        <pc:picChg chg="add mod">
          <ac:chgData name="Emily Beam" userId="936d34b1-6a49-4345-ae02-8326dc81bf0d" providerId="ADAL" clId="{FAE962B9-2C10-914E-B5C0-10CE1A6435C5}" dt="2021-02-09T14:54:25.913" v="2685"/>
          <ac:picMkLst>
            <pc:docMk/>
            <pc:sldMk cId="1632004884" sldId="384"/>
            <ac:picMk id="7" creationId="{076BFE8D-8DA3-9F4E-8D53-9EF8BCED7A5D}"/>
          </ac:picMkLst>
        </pc:picChg>
      </pc:sldChg>
      <pc:sldChg chg="addSp delSp modSp add mod ord modNotes">
        <pc:chgData name="Emily Beam" userId="936d34b1-6a49-4345-ae02-8326dc81bf0d" providerId="ADAL" clId="{FAE962B9-2C10-914E-B5C0-10CE1A6435C5}" dt="2021-02-09T14:54:26.118" v="2702"/>
        <pc:sldMkLst>
          <pc:docMk/>
          <pc:sldMk cId="1836017310" sldId="385"/>
        </pc:sldMkLst>
        <pc:picChg chg="add del mod">
          <ac:chgData name="Emily Beam" userId="936d34b1-6a49-4345-ae02-8326dc81bf0d" providerId="ADAL" clId="{FAE962B9-2C10-914E-B5C0-10CE1A6435C5}" dt="2021-02-09T14:54:26.118" v="2702"/>
          <ac:picMkLst>
            <pc:docMk/>
            <pc:sldMk cId="1836017310" sldId="385"/>
            <ac:picMk id="5" creationId="{E8784EE1-C521-C941-8A66-1EC7895ECF7A}"/>
          </ac:picMkLst>
        </pc:picChg>
        <pc:picChg chg="add mod">
          <ac:chgData name="Emily Beam" userId="936d34b1-6a49-4345-ae02-8326dc81bf0d" providerId="ADAL" clId="{FAE962B9-2C10-914E-B5C0-10CE1A6435C5}" dt="2021-02-09T14:54:26.100" v="2700"/>
          <ac:picMkLst>
            <pc:docMk/>
            <pc:sldMk cId="1836017310" sldId="385"/>
            <ac:picMk id="7" creationId="{75B3B696-0DD2-7B4B-A0CB-095D995D1A5B}"/>
          </ac:picMkLst>
        </pc:picChg>
      </pc:sldChg>
      <pc:sldChg chg="addSp modSp add mod ord modNotes">
        <pc:chgData name="Emily Beam" userId="936d34b1-6a49-4345-ae02-8326dc81bf0d" providerId="ADAL" clId="{FAE962B9-2C10-914E-B5C0-10CE1A6435C5}" dt="2021-02-09T14:53:51.909" v="2625"/>
        <pc:sldMkLst>
          <pc:docMk/>
          <pc:sldMk cId="173002371" sldId="386"/>
        </pc:sldMkLst>
        <pc:picChg chg="add mod">
          <ac:chgData name="Emily Beam" userId="936d34b1-6a49-4345-ae02-8326dc81bf0d" providerId="ADAL" clId="{FAE962B9-2C10-914E-B5C0-10CE1A6435C5}" dt="2021-02-09T14:53:51.614" v="2623"/>
          <ac:picMkLst>
            <pc:docMk/>
            <pc:sldMk cId="173002371" sldId="386"/>
            <ac:picMk id="5" creationId="{99205368-9B28-5642-8E05-BF9B4673E24C}"/>
          </ac:picMkLst>
        </pc:picChg>
      </pc:sldChg>
      <pc:sldChg chg="addSp modSp add mod ord modNotes">
        <pc:chgData name="Emily Beam" userId="936d34b1-6a49-4345-ae02-8326dc81bf0d" providerId="ADAL" clId="{FAE962B9-2C10-914E-B5C0-10CE1A6435C5}" dt="2021-02-09T14:53:52.460" v="2641"/>
        <pc:sldMkLst>
          <pc:docMk/>
          <pc:sldMk cId="1943312248" sldId="387"/>
        </pc:sldMkLst>
        <pc:picChg chg="add mod">
          <ac:chgData name="Emily Beam" userId="936d34b1-6a49-4345-ae02-8326dc81bf0d" providerId="ADAL" clId="{FAE962B9-2C10-914E-B5C0-10CE1A6435C5}" dt="2021-02-09T14:53:52.225" v="2639"/>
          <ac:picMkLst>
            <pc:docMk/>
            <pc:sldMk cId="1943312248" sldId="387"/>
            <ac:picMk id="5" creationId="{CDE75EEA-9C16-504B-8B2B-6FF737E37C94}"/>
          </ac:picMkLst>
        </pc:picChg>
      </pc:sldChg>
      <pc:sldChg chg="addSp modSp add mod ord modNotes">
        <pc:chgData name="Emily Beam" userId="936d34b1-6a49-4345-ae02-8326dc81bf0d" providerId="ADAL" clId="{FAE962B9-2C10-914E-B5C0-10CE1A6435C5}" dt="2021-02-09T14:53:52.802" v="2657"/>
        <pc:sldMkLst>
          <pc:docMk/>
          <pc:sldMk cId="512075740" sldId="388"/>
        </pc:sldMkLst>
        <pc:picChg chg="add mod">
          <ac:chgData name="Emily Beam" userId="936d34b1-6a49-4345-ae02-8326dc81bf0d" providerId="ADAL" clId="{FAE962B9-2C10-914E-B5C0-10CE1A6435C5}" dt="2021-02-09T14:53:52.684" v="2655"/>
          <ac:picMkLst>
            <pc:docMk/>
            <pc:sldMk cId="512075740" sldId="388"/>
            <ac:picMk id="5" creationId="{67E20E64-C190-C54C-A223-265B21E5AC52}"/>
          </ac:picMkLst>
        </pc:picChg>
      </pc:sldChg>
      <pc:sldChg chg="addSp modSp add mod ord modNotes">
        <pc:chgData name="Emily Beam" userId="936d34b1-6a49-4345-ae02-8326dc81bf0d" providerId="ADAL" clId="{FAE962B9-2C10-914E-B5C0-10CE1A6435C5}" dt="2021-02-11T14:30:47.265" v="2719"/>
        <pc:sldMkLst>
          <pc:docMk/>
          <pc:sldMk cId="3940857066" sldId="389"/>
        </pc:sldMkLst>
        <pc:picChg chg="add mod">
          <ac:chgData name="Emily Beam" userId="936d34b1-6a49-4345-ae02-8326dc81bf0d" providerId="ADAL" clId="{FAE962B9-2C10-914E-B5C0-10CE1A6435C5}" dt="2021-02-11T14:30:46.884" v="2717"/>
          <ac:picMkLst>
            <pc:docMk/>
            <pc:sldMk cId="3940857066" sldId="389"/>
            <ac:picMk id="5" creationId="{B02C38BC-0F6D-E14A-A69F-5FF81DF3AE27}"/>
          </ac:picMkLst>
        </pc:picChg>
      </pc:sldChg>
      <pc:sldChg chg="addSp modSp add del mod modNotes">
        <pc:chgData name="Emily Beam" userId="936d34b1-6a49-4345-ae02-8326dc81bf0d" providerId="ADAL" clId="{FAE962B9-2C10-914E-B5C0-10CE1A6435C5}" dt="2021-02-11T14:31:01.260" v="2751" actId="2696"/>
        <pc:sldMkLst>
          <pc:docMk/>
          <pc:sldMk cId="455630264" sldId="390"/>
        </pc:sldMkLst>
        <pc:picChg chg="add mod">
          <ac:chgData name="Emily Beam" userId="936d34b1-6a49-4345-ae02-8326dc81bf0d" providerId="ADAL" clId="{FAE962B9-2C10-914E-B5C0-10CE1A6435C5}" dt="2021-02-11T14:30:47.613" v="2733"/>
          <ac:picMkLst>
            <pc:docMk/>
            <pc:sldMk cId="455630264" sldId="390"/>
            <ac:picMk id="5" creationId="{01EAD7A5-3443-4F45-A979-5D51CACB16D3}"/>
          </ac:picMkLst>
        </pc:picChg>
      </pc:sldChg>
      <pc:sldChg chg="addSp modSp add mod ord modNotes">
        <pc:chgData name="Emily Beam" userId="936d34b1-6a49-4345-ae02-8326dc81bf0d" providerId="ADAL" clId="{FAE962B9-2C10-914E-B5C0-10CE1A6435C5}" dt="2021-02-11T14:33:41.102" v="2772"/>
        <pc:sldMkLst>
          <pc:docMk/>
          <pc:sldMk cId="2851640464" sldId="390"/>
        </pc:sldMkLst>
        <pc:picChg chg="add mod">
          <ac:chgData name="Emily Beam" userId="936d34b1-6a49-4345-ae02-8326dc81bf0d" providerId="ADAL" clId="{FAE962B9-2C10-914E-B5C0-10CE1A6435C5}" dt="2021-02-11T14:33:40.872" v="2770"/>
          <ac:picMkLst>
            <pc:docMk/>
            <pc:sldMk cId="2851640464" sldId="390"/>
            <ac:picMk id="5" creationId="{CBA921AE-894A-3748-8221-375490261713}"/>
          </ac:picMkLst>
        </pc:picChg>
      </pc:sldChg>
      <pc:sldChg chg="addSp modSp add mod ord modNotes">
        <pc:chgData name="Emily Beam" userId="936d34b1-6a49-4345-ae02-8326dc81bf0d" providerId="ADAL" clId="{FAE962B9-2C10-914E-B5C0-10CE1A6435C5}" dt="2021-02-11T14:33:41.793" v="2788"/>
        <pc:sldMkLst>
          <pc:docMk/>
          <pc:sldMk cId="1681569916" sldId="391"/>
        </pc:sldMkLst>
        <pc:picChg chg="add mod">
          <ac:chgData name="Emily Beam" userId="936d34b1-6a49-4345-ae02-8326dc81bf0d" providerId="ADAL" clId="{FAE962B9-2C10-914E-B5C0-10CE1A6435C5}" dt="2021-02-11T14:33:41.452" v="2786"/>
          <ac:picMkLst>
            <pc:docMk/>
            <pc:sldMk cId="1681569916" sldId="391"/>
            <ac:picMk id="5" creationId="{4278DC27-BCF2-BD4B-BFB8-FFB57E3696EA}"/>
          </ac:picMkLst>
        </pc:picChg>
      </pc:sldChg>
      <pc:sldChg chg="addSp modSp add del mod ord modNotes">
        <pc:chgData name="Emily Beam" userId="936d34b1-6a49-4345-ae02-8326dc81bf0d" providerId="ADAL" clId="{FAE962B9-2C10-914E-B5C0-10CE1A6435C5}" dt="2021-02-11T14:31:01.260" v="2751" actId="2696"/>
        <pc:sldMkLst>
          <pc:docMk/>
          <pc:sldMk cId="3871642581" sldId="391"/>
        </pc:sldMkLst>
        <pc:picChg chg="add mod">
          <ac:chgData name="Emily Beam" userId="936d34b1-6a49-4345-ae02-8326dc81bf0d" providerId="ADAL" clId="{FAE962B9-2C10-914E-B5C0-10CE1A6435C5}" dt="2021-02-11T14:30:48.239" v="2748"/>
          <ac:picMkLst>
            <pc:docMk/>
            <pc:sldMk cId="3871642581" sldId="391"/>
            <ac:picMk id="5" creationId="{34FCF509-5646-AE4D-85DA-B8622B501E86}"/>
          </ac:picMkLst>
        </pc:picChg>
      </pc:sldChg>
      <pc:sldChg chg="addSp modSp add mod ord modNotes">
        <pc:chgData name="Emily Beam" userId="936d34b1-6a49-4345-ae02-8326dc81bf0d" providerId="ADAL" clId="{FAE962B9-2C10-914E-B5C0-10CE1A6435C5}" dt="2021-02-11T14:33:42.441" v="2804"/>
        <pc:sldMkLst>
          <pc:docMk/>
          <pc:sldMk cId="135179092" sldId="392"/>
        </pc:sldMkLst>
        <pc:picChg chg="add mod">
          <ac:chgData name="Emily Beam" userId="936d34b1-6a49-4345-ae02-8326dc81bf0d" providerId="ADAL" clId="{FAE962B9-2C10-914E-B5C0-10CE1A6435C5}" dt="2021-02-11T14:33:42.209" v="2802"/>
          <ac:picMkLst>
            <pc:docMk/>
            <pc:sldMk cId="135179092" sldId="392"/>
            <ac:picMk id="5" creationId="{98E201FC-7113-D846-BC33-B9D1BD1E6694}"/>
          </ac:picMkLst>
        </pc:picChg>
      </pc:sldChg>
      <pc:sldChg chg="modSp new mod">
        <pc:chgData name="Emily Beam" userId="936d34b1-6a49-4345-ae02-8326dc81bf0d" providerId="ADAL" clId="{FAE962B9-2C10-914E-B5C0-10CE1A6435C5}" dt="2021-02-11T14:34:55.904" v="2945" actId="20577"/>
        <pc:sldMkLst>
          <pc:docMk/>
          <pc:sldMk cId="2522153618" sldId="393"/>
        </pc:sldMkLst>
        <pc:spChg chg="mod">
          <ac:chgData name="Emily Beam" userId="936d34b1-6a49-4345-ae02-8326dc81bf0d" providerId="ADAL" clId="{FAE962B9-2C10-914E-B5C0-10CE1A6435C5}" dt="2021-02-11T14:34:32.447" v="2821" actId="20577"/>
          <ac:spMkLst>
            <pc:docMk/>
            <pc:sldMk cId="2522153618" sldId="393"/>
            <ac:spMk id="2" creationId="{3EA5FFE9-458B-3D44-8D14-655B453B4AA3}"/>
          </ac:spMkLst>
        </pc:spChg>
        <pc:spChg chg="mod">
          <ac:chgData name="Emily Beam" userId="936d34b1-6a49-4345-ae02-8326dc81bf0d" providerId="ADAL" clId="{FAE962B9-2C10-914E-B5C0-10CE1A6435C5}" dt="2021-02-11T14:34:55.904" v="2945" actId="20577"/>
          <ac:spMkLst>
            <pc:docMk/>
            <pc:sldMk cId="2522153618" sldId="393"/>
            <ac:spMk id="3" creationId="{F69A7748-F4A8-A947-BB06-4B82B72C7B97}"/>
          </ac:spMkLst>
        </pc:spChg>
      </pc:sldChg>
      <pc:sldChg chg="modSp new mod">
        <pc:chgData name="Emily Beam" userId="936d34b1-6a49-4345-ae02-8326dc81bf0d" providerId="ADAL" clId="{FAE962B9-2C10-914E-B5C0-10CE1A6435C5}" dt="2021-02-11T16:24:33.074" v="3198" actId="113"/>
        <pc:sldMkLst>
          <pc:docMk/>
          <pc:sldMk cId="4230096444" sldId="394"/>
        </pc:sldMkLst>
        <pc:spChg chg="mod">
          <ac:chgData name="Emily Beam" userId="936d34b1-6a49-4345-ae02-8326dc81bf0d" providerId="ADAL" clId="{FAE962B9-2C10-914E-B5C0-10CE1A6435C5}" dt="2021-02-11T16:23:20.107" v="2947" actId="113"/>
          <ac:spMkLst>
            <pc:docMk/>
            <pc:sldMk cId="4230096444" sldId="394"/>
            <ac:spMk id="2" creationId="{C31307EF-B68D-CC44-A5A9-44A47334B2DE}"/>
          </ac:spMkLst>
        </pc:spChg>
        <pc:spChg chg="mod">
          <ac:chgData name="Emily Beam" userId="936d34b1-6a49-4345-ae02-8326dc81bf0d" providerId="ADAL" clId="{FAE962B9-2C10-914E-B5C0-10CE1A6435C5}" dt="2021-02-11T16:24:33.074" v="3198" actId="113"/>
          <ac:spMkLst>
            <pc:docMk/>
            <pc:sldMk cId="4230096444" sldId="394"/>
            <ac:spMk id="3" creationId="{2ABACEF0-BE4A-6D43-98D8-0749F2CE4F2E}"/>
          </ac:spMkLst>
        </pc:spChg>
      </pc:sldChg>
      <pc:sldMasterChg chg="modSp modSldLayout">
        <pc:chgData name="Emily Beam" userId="936d34b1-6a49-4345-ae02-8326dc81bf0d" providerId="ADAL" clId="{FAE962B9-2C10-914E-B5C0-10CE1A6435C5}" dt="2021-02-04T19:32:55.260" v="145"/>
        <pc:sldMasterMkLst>
          <pc:docMk/>
          <pc:sldMasterMk cId="3675506246" sldId="2147483648"/>
        </pc:sldMasterMkLst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asterMk cId="3675506246" sldId="2147483648"/>
            <ac:spMk id="2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asterMk cId="3675506246" sldId="2147483648"/>
            <ac:spMk id="3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asterMk cId="3675506246" sldId="2147483648"/>
            <ac:spMk id="4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asterMk cId="3675506246" sldId="2147483648"/>
            <ac:spMk id="5" creationId="{00000000-0000-0000-0000-000000000000}"/>
          </ac:spMkLst>
        </pc:spChg>
        <pc:spChg chg="mod">
          <ac:chgData name="Emily Beam" userId="936d34b1-6a49-4345-ae02-8326dc81bf0d" providerId="ADAL" clId="{FAE962B9-2C10-914E-B5C0-10CE1A6435C5}" dt="2021-02-04T19:32:55.260" v="145"/>
          <ac:spMkLst>
            <pc:docMk/>
            <pc:sldMasterMk cId="3675506246" sldId="2147483648"/>
            <ac:spMk id="6" creationId="{00000000-0000-0000-0000-000000000000}"/>
          </ac:spMkLst>
        </pc:spChg>
        <pc:sldLayoutChg chg="modSp">
          <pc:chgData name="Emily Beam" userId="936d34b1-6a49-4345-ae02-8326dc81bf0d" providerId="ADAL" clId="{FAE962B9-2C10-914E-B5C0-10CE1A6435C5}" dt="2021-02-04T19:32:55.260" v="145"/>
          <pc:sldLayoutMkLst>
            <pc:docMk/>
            <pc:sldMasterMk cId="3675506246" sldId="2147483648"/>
            <pc:sldLayoutMk cId="2762463833" sldId="2147483649"/>
          </pc:sldLayoutMkLst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2762463833" sldId="2147483649"/>
              <ac:spMk id="2" creationId="{00000000-0000-0000-0000-000000000000}"/>
            </ac:spMkLst>
          </pc:spChg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2762463833" sldId="2147483649"/>
              <ac:spMk id="3" creationId="{00000000-0000-0000-0000-000000000000}"/>
            </ac:spMkLst>
          </pc:spChg>
        </pc:sldLayoutChg>
        <pc:sldLayoutChg chg="modSp">
          <pc:chgData name="Emily Beam" userId="936d34b1-6a49-4345-ae02-8326dc81bf0d" providerId="ADAL" clId="{FAE962B9-2C10-914E-B5C0-10CE1A6435C5}" dt="2021-02-04T19:32:55.260" v="145"/>
          <pc:sldLayoutMkLst>
            <pc:docMk/>
            <pc:sldMasterMk cId="3675506246" sldId="2147483648"/>
            <pc:sldLayoutMk cId="2304242550" sldId="2147483651"/>
          </pc:sldLayoutMkLst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2304242550" sldId="2147483651"/>
              <ac:spMk id="2" creationId="{00000000-0000-0000-0000-000000000000}"/>
            </ac:spMkLst>
          </pc:spChg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2304242550" sldId="2147483651"/>
              <ac:spMk id="3" creationId="{00000000-0000-0000-0000-000000000000}"/>
            </ac:spMkLst>
          </pc:spChg>
        </pc:sldLayoutChg>
        <pc:sldLayoutChg chg="modSp">
          <pc:chgData name="Emily Beam" userId="936d34b1-6a49-4345-ae02-8326dc81bf0d" providerId="ADAL" clId="{FAE962B9-2C10-914E-B5C0-10CE1A6435C5}" dt="2021-02-04T19:32:55.260" v="145"/>
          <pc:sldLayoutMkLst>
            <pc:docMk/>
            <pc:sldMasterMk cId="3675506246" sldId="2147483648"/>
            <pc:sldLayoutMk cId="179837693" sldId="2147483652"/>
          </pc:sldLayoutMkLst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179837693" sldId="2147483652"/>
              <ac:spMk id="3" creationId="{00000000-0000-0000-0000-000000000000}"/>
            </ac:spMkLst>
          </pc:spChg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179837693" sldId="2147483652"/>
              <ac:spMk id="4" creationId="{00000000-0000-0000-0000-000000000000}"/>
            </ac:spMkLst>
          </pc:spChg>
        </pc:sldLayoutChg>
        <pc:sldLayoutChg chg="modSp">
          <pc:chgData name="Emily Beam" userId="936d34b1-6a49-4345-ae02-8326dc81bf0d" providerId="ADAL" clId="{FAE962B9-2C10-914E-B5C0-10CE1A6435C5}" dt="2021-02-04T19:32:55.260" v="145"/>
          <pc:sldLayoutMkLst>
            <pc:docMk/>
            <pc:sldMasterMk cId="3675506246" sldId="2147483648"/>
            <pc:sldLayoutMk cId="4135504843" sldId="2147483653"/>
          </pc:sldLayoutMkLst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4135504843" sldId="2147483653"/>
              <ac:spMk id="3" creationId="{00000000-0000-0000-0000-000000000000}"/>
            </ac:spMkLst>
          </pc:spChg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4135504843" sldId="2147483653"/>
              <ac:spMk id="4" creationId="{00000000-0000-0000-0000-000000000000}"/>
            </ac:spMkLst>
          </pc:spChg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4135504843" sldId="2147483653"/>
              <ac:spMk id="5" creationId="{00000000-0000-0000-0000-000000000000}"/>
            </ac:spMkLst>
          </pc:spChg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4135504843" sldId="2147483653"/>
              <ac:spMk id="6" creationId="{00000000-0000-0000-0000-000000000000}"/>
            </ac:spMkLst>
          </pc:spChg>
        </pc:sldLayoutChg>
        <pc:sldLayoutChg chg="modSp">
          <pc:chgData name="Emily Beam" userId="936d34b1-6a49-4345-ae02-8326dc81bf0d" providerId="ADAL" clId="{FAE962B9-2C10-914E-B5C0-10CE1A6435C5}" dt="2021-02-04T19:32:55.260" v="145"/>
          <pc:sldLayoutMkLst>
            <pc:docMk/>
            <pc:sldMasterMk cId="3675506246" sldId="2147483648"/>
            <pc:sldLayoutMk cId="2044414465" sldId="2147483656"/>
          </pc:sldLayoutMkLst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2044414465" sldId="2147483656"/>
              <ac:spMk id="2" creationId="{00000000-0000-0000-0000-000000000000}"/>
            </ac:spMkLst>
          </pc:spChg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2044414465" sldId="2147483656"/>
              <ac:spMk id="3" creationId="{00000000-0000-0000-0000-000000000000}"/>
            </ac:spMkLst>
          </pc:spChg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2044414465" sldId="2147483656"/>
              <ac:spMk id="4" creationId="{00000000-0000-0000-0000-000000000000}"/>
            </ac:spMkLst>
          </pc:spChg>
        </pc:sldLayoutChg>
        <pc:sldLayoutChg chg="modSp">
          <pc:chgData name="Emily Beam" userId="936d34b1-6a49-4345-ae02-8326dc81bf0d" providerId="ADAL" clId="{FAE962B9-2C10-914E-B5C0-10CE1A6435C5}" dt="2021-02-04T19:32:55.260" v="145"/>
          <pc:sldLayoutMkLst>
            <pc:docMk/>
            <pc:sldMasterMk cId="3675506246" sldId="2147483648"/>
            <pc:sldLayoutMk cId="1421577481" sldId="2147483657"/>
          </pc:sldLayoutMkLst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1421577481" sldId="2147483657"/>
              <ac:spMk id="2" creationId="{00000000-0000-0000-0000-000000000000}"/>
            </ac:spMkLst>
          </pc:spChg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1421577481" sldId="2147483657"/>
              <ac:spMk id="3" creationId="{00000000-0000-0000-0000-000000000000}"/>
            </ac:spMkLst>
          </pc:spChg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1421577481" sldId="2147483657"/>
              <ac:spMk id="4" creationId="{00000000-0000-0000-0000-000000000000}"/>
            </ac:spMkLst>
          </pc:spChg>
        </pc:sldLayoutChg>
        <pc:sldLayoutChg chg="modSp">
          <pc:chgData name="Emily Beam" userId="936d34b1-6a49-4345-ae02-8326dc81bf0d" providerId="ADAL" clId="{FAE962B9-2C10-914E-B5C0-10CE1A6435C5}" dt="2021-02-04T19:32:55.260" v="145"/>
          <pc:sldLayoutMkLst>
            <pc:docMk/>
            <pc:sldMasterMk cId="3675506246" sldId="2147483648"/>
            <pc:sldLayoutMk cId="3147335557" sldId="2147483659"/>
          </pc:sldLayoutMkLst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3147335557" sldId="2147483659"/>
              <ac:spMk id="2" creationId="{00000000-0000-0000-0000-000000000000}"/>
            </ac:spMkLst>
          </pc:spChg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3147335557" sldId="2147483659"/>
              <ac:spMk id="3" creationId="{00000000-0000-0000-0000-000000000000}"/>
            </ac:spMkLst>
          </pc:spChg>
        </pc:sldLayoutChg>
        <pc:sldLayoutChg chg="modSp">
          <pc:chgData name="Emily Beam" userId="936d34b1-6a49-4345-ae02-8326dc81bf0d" providerId="ADAL" clId="{FAE962B9-2C10-914E-B5C0-10CE1A6435C5}" dt="2021-02-04T19:32:55.260" v="145"/>
          <pc:sldLayoutMkLst>
            <pc:docMk/>
            <pc:sldMasterMk cId="3675506246" sldId="2147483648"/>
            <pc:sldLayoutMk cId="2831720647" sldId="2147483661"/>
          </pc:sldLayoutMkLst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2831720647" sldId="2147483661"/>
              <ac:spMk id="4" creationId="{00000000-0000-0000-0000-000000000000}"/>
            </ac:spMkLst>
          </pc:spChg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2831720647" sldId="2147483661"/>
              <ac:spMk id="5" creationId="{00000000-0000-0000-0000-000000000000}"/>
            </ac:spMkLst>
          </pc:spChg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2831720647" sldId="2147483661"/>
              <ac:spMk id="6" creationId="{00000000-0000-0000-0000-000000000000}"/>
            </ac:spMkLst>
          </pc:spChg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2831720647" sldId="2147483661"/>
              <ac:spMk id="9" creationId="{00000000-0000-0000-0000-000000000000}"/>
            </ac:spMkLst>
          </pc:spChg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2831720647" sldId="2147483661"/>
              <ac:spMk id="11" creationId="{00000000-0000-0000-0000-000000000000}"/>
            </ac:spMkLst>
          </pc:spChg>
          <pc:picChg chg="mod">
            <ac:chgData name="Emily Beam" userId="936d34b1-6a49-4345-ae02-8326dc81bf0d" providerId="ADAL" clId="{FAE962B9-2C10-914E-B5C0-10CE1A6435C5}" dt="2021-02-04T19:32:55.260" v="145"/>
            <ac:picMkLst>
              <pc:docMk/>
              <pc:sldMasterMk cId="3675506246" sldId="2147483648"/>
              <pc:sldLayoutMk cId="2831720647" sldId="2147483661"/>
              <ac:picMk id="10" creationId="{00000000-0000-0000-0000-000000000000}"/>
            </ac:picMkLst>
          </pc:picChg>
          <pc:cxnChg chg="mod">
            <ac:chgData name="Emily Beam" userId="936d34b1-6a49-4345-ae02-8326dc81bf0d" providerId="ADAL" clId="{FAE962B9-2C10-914E-B5C0-10CE1A6435C5}" dt="2021-02-04T19:32:55.260" v="145"/>
            <ac:cxnSpMkLst>
              <pc:docMk/>
              <pc:sldMasterMk cId="3675506246" sldId="2147483648"/>
              <pc:sldLayoutMk cId="2831720647" sldId="2147483661"/>
              <ac:cxnSpMk id="15" creationId="{00000000-0000-0000-0000-000000000000}"/>
            </ac:cxnSpMkLst>
          </pc:cxnChg>
          <pc:cxnChg chg="mod">
            <ac:chgData name="Emily Beam" userId="936d34b1-6a49-4345-ae02-8326dc81bf0d" providerId="ADAL" clId="{FAE962B9-2C10-914E-B5C0-10CE1A6435C5}" dt="2021-02-04T19:32:55.260" v="145"/>
            <ac:cxnSpMkLst>
              <pc:docMk/>
              <pc:sldMasterMk cId="3675506246" sldId="2147483648"/>
              <pc:sldLayoutMk cId="2831720647" sldId="2147483661"/>
              <ac:cxnSpMk id="16" creationId="{00000000-0000-0000-0000-000000000000}"/>
            </ac:cxnSpMkLst>
          </pc:cxnChg>
        </pc:sldLayoutChg>
        <pc:sldLayoutChg chg="modSp">
          <pc:chgData name="Emily Beam" userId="936d34b1-6a49-4345-ae02-8326dc81bf0d" providerId="ADAL" clId="{FAE962B9-2C10-914E-B5C0-10CE1A6435C5}" dt="2021-02-04T19:32:55.260" v="145"/>
          <pc:sldLayoutMkLst>
            <pc:docMk/>
            <pc:sldMasterMk cId="3675506246" sldId="2147483648"/>
            <pc:sldLayoutMk cId="944708377" sldId="2147483662"/>
          </pc:sldLayoutMkLst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944708377" sldId="2147483662"/>
              <ac:spMk id="7" creationId="{00000000-0000-0000-0000-000000000000}"/>
            </ac:spMkLst>
          </pc:spChg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944708377" sldId="2147483662"/>
              <ac:spMk id="9" creationId="{00000000-0000-0000-0000-000000000000}"/>
            </ac:spMkLst>
          </pc:spChg>
          <pc:picChg chg="mod">
            <ac:chgData name="Emily Beam" userId="936d34b1-6a49-4345-ae02-8326dc81bf0d" providerId="ADAL" clId="{FAE962B9-2C10-914E-B5C0-10CE1A6435C5}" dt="2021-02-04T19:32:55.260" v="145"/>
            <ac:picMkLst>
              <pc:docMk/>
              <pc:sldMasterMk cId="3675506246" sldId="2147483648"/>
              <pc:sldLayoutMk cId="944708377" sldId="2147483662"/>
              <ac:picMk id="6" creationId="{00000000-0000-0000-0000-000000000000}"/>
            </ac:picMkLst>
          </pc:picChg>
        </pc:sldLayoutChg>
        <pc:sldLayoutChg chg="modSp">
          <pc:chgData name="Emily Beam" userId="936d34b1-6a49-4345-ae02-8326dc81bf0d" providerId="ADAL" clId="{FAE962B9-2C10-914E-B5C0-10CE1A6435C5}" dt="2021-02-04T19:32:55.260" v="145"/>
          <pc:sldLayoutMkLst>
            <pc:docMk/>
            <pc:sldMasterMk cId="3675506246" sldId="2147483648"/>
            <pc:sldLayoutMk cId="4003967864" sldId="2147483663"/>
          </pc:sldLayoutMkLst>
          <pc:spChg chg="mod">
            <ac:chgData name="Emily Beam" userId="936d34b1-6a49-4345-ae02-8326dc81bf0d" providerId="ADAL" clId="{FAE962B9-2C10-914E-B5C0-10CE1A6435C5}" dt="2021-02-04T19:32:55.260" v="145"/>
            <ac:spMkLst>
              <pc:docMk/>
              <pc:sldMasterMk cId="3675506246" sldId="2147483648"/>
              <pc:sldLayoutMk cId="4003967864" sldId="2147483663"/>
              <ac:spMk id="4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581990-84CE-C647-ADEC-A8E551143DFA}" type="datetimeFigureOut">
              <a:rPr lang="en-US" smtClean="0"/>
              <a:t>1/27/22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101102-5129-DB4A-9177-FEFA88960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7927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272A29-44EA-564F-BFC0-FE411F7E7C6F}" type="datetimeFigureOut">
              <a:rPr lang="en-US" smtClean="0"/>
              <a:t>1/27/22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B353AC-5D98-9B4C-A6D7-C10F90459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229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.xml"/></Relationships>
</file>

<file path=ppt/notesSlides/_rels/notesSlide2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6.xml"/></Relationships>
</file>

<file path=ppt/notesSlides/_rels/notesSlide2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7.xml"/></Relationships>
</file>

<file path=ppt/notesSlides/_rels/notesSlide3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8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B353AC-5D98-9B4C-A6D7-C10F9045975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657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PollEv.com</a:t>
            </a:r>
            <a:r>
              <a:rPr lang="en-US" dirty="0"/>
              <a:t>/emilybeam001/</a:t>
            </a:r>
            <a:r>
              <a:rPr lang="en-US" dirty="0" err="1"/>
              <a:t>register?group_key</a:t>
            </a:r>
            <a:r>
              <a:rPr lang="en-US" dirty="0"/>
              <a:t>=V68rXzKvXeyig8S37oeYeEadG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353AC-5D98-9B4C-A6D7-C10F9045975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9397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PollEv.com</a:t>
            </a:r>
            <a:r>
              <a:rPr lang="en-US" dirty="0"/>
              <a:t>/emilybeam001/</a:t>
            </a:r>
            <a:r>
              <a:rPr lang="en-US" dirty="0" err="1"/>
              <a:t>register?group_key</a:t>
            </a:r>
            <a:r>
              <a:rPr lang="en-US" dirty="0"/>
              <a:t>=V68rXzKvXeyig8S37oeYeEadG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353AC-5D98-9B4C-A6D7-C10F9045975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9563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lang="en-US" dirty="0"/>
              <a:t>With a partner, discuss and be ready to share: </a:t>
            </a:r>
          </a:p>
          <a:p>
            <a:pPr>
              <a:spcAft>
                <a:spcPts val="600"/>
              </a:spcAft>
              <a:buFont typeface="Arial" charset="0"/>
              <a:buChar char="•"/>
            </a:pPr>
            <a:r>
              <a:rPr lang="en-US" b="1" dirty="0"/>
              <a:t>Are you in favor of legalizing the sale of kidneys? </a:t>
            </a:r>
            <a:r>
              <a:rPr lang="en-US" dirty="0"/>
              <a:t> Why or why not?</a:t>
            </a:r>
          </a:p>
          <a:p>
            <a:pPr>
              <a:spcAft>
                <a:spcPts val="600"/>
              </a:spcAft>
              <a:buFont typeface="Arial" charset="0"/>
              <a:buChar char="•"/>
            </a:pPr>
            <a:r>
              <a:rPr lang="en-US" dirty="0"/>
              <a:t>Do you support the move to distribute organs in the United States based on “net benefit” rather than simply who’s been on the waiting list longest?  Why or why not?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B353AC-5D98-9B4C-A6D7-C10F9045975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6576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353AC-5D98-9B4C-A6D7-C10F9045975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1938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0B7FF9-1FC0-4975-AEFB-6B5D13B667D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7408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0B7FF9-1FC0-4975-AEFB-6B5D13B667D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1676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353AC-5D98-9B4C-A6D7-C10F9045975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0948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353AC-5D98-9B4C-A6D7-C10F9045975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3736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353AC-5D98-9B4C-A6D7-C10F9045975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7284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353AC-5D98-9B4C-A6D7-C10F9045975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1817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What would be the best way to regulate kidney donation in the US?</a:t>
            </a:r>
          </a:p>
          <a:p>
            <a:r>
              <a:rPr lang="en-US"/>
              <a:t>https://www.polleverywhere.com/multiple_choice_polls/UwImTqCIMQ5i1QnVt7vtc?display_state=instructions&amp;activity_state=opened&amp;state=opened&amp;flow=Engagement&amp;onscreen=persist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353AC-5D98-9B4C-A6D7-C10F9045975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7763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What would be the best way to regulate kidney donation in the US?</a:t>
            </a:r>
          </a:p>
          <a:p>
            <a:r>
              <a:rPr lang="en-US"/>
              <a:t>https://www.polleverywhere.com/multiple_choice_polls/UwImTqCIMQ5i1QnVt7vtc?display_state=chart&amp;activity_state=opened&amp;state=opened&amp;flow=Engagement&amp;onscreen=persist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353AC-5D98-9B4C-A6D7-C10F9045975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610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What would be the best way to regulate kidney donation in the US?</a:t>
            </a:r>
          </a:p>
          <a:p>
            <a:r>
              <a:rPr lang="en-US"/>
              <a:t>https://www.polleverywhere.com/multiple_choice_polls/UwImTqCIMQ5i1QnVt7vtc?display_state=chart&amp;activity_state=closed&amp;state=closed&amp;flow=Engagement&amp;onscreen=persist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353AC-5D98-9B4C-A6D7-C10F9045975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9532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353AC-5D98-9B4C-A6D7-C10F9045975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2108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0B7FF9-1FC0-4975-AEFB-6B5D13B667D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6998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pPr algn="l"/>
            <a:r>
              <a:rPr lang="en-US" sz="1200" dirty="0">
                <a:solidFill>
                  <a:schemeClr val="accent6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CONSUMER SURPLUS </a:t>
            </a:r>
            <a:r>
              <a:rPr lang="en-US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IS A FORM OF SAVING BECAUSE CONSUMERS ARE WILLING TO PAY MORE THAN THE MARKET PRICE.</a:t>
            </a:r>
          </a:p>
          <a:p>
            <a:pPr algn="l"/>
            <a:endParaRPr lang="en-US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200" dirty="0">
                <a:solidFill>
                  <a:schemeClr val="accent6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PRODUCER SURPLUS </a:t>
            </a:r>
            <a:r>
              <a:rPr lang="en-US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IS A FORM OF EARNING BECAUSE BUSINESSES ARE WILLING TO PROVIDE A GOOD OR SERVICE BELOW THE MARKET PRICE.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9C9249-343B-4722-9764-1BA316ECD67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0452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9C9249-343B-4722-9764-1BA316ECD67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9011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9C9249-343B-4722-9764-1BA316ECD67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0950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his consumer surplus?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353AC-5D98-9B4C-A6D7-C10F9045975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5006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his consumer surplus?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353AC-5D98-9B4C-A6D7-C10F9045975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2565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$45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353AC-5D98-9B4C-A6D7-C10F9045975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1788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$225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353AC-5D98-9B4C-A6D7-C10F9045975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6550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9C9249-343B-4722-9764-1BA316ECD67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62285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9C9249-343B-4722-9764-1BA316ECD671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45527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$200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353AC-5D98-9B4C-A6D7-C10F9045975A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45594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$150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353AC-5D98-9B4C-A6D7-C10F9045975A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70330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en-US" b="1" dirty="0"/>
              <a:t>Total surplus is maximized with markets: Markets are efficient.</a:t>
            </a:r>
          </a:p>
          <a:p>
            <a:pPr>
              <a:spcAft>
                <a:spcPts val="600"/>
              </a:spcAft>
            </a:pPr>
            <a:r>
              <a:rPr lang="en-US" b="1" dirty="0"/>
              <a:t>Three ways you might (unsuccessfully) try to increase the total surplus</a:t>
            </a:r>
          </a:p>
          <a:p>
            <a:pPr marL="914400" indent="-447675">
              <a:spcAft>
                <a:spcPts val="600"/>
              </a:spcAft>
              <a:buFont typeface="+mj-lt"/>
              <a:buAutoNum type="arabicPeriod"/>
            </a:pPr>
            <a:r>
              <a:rPr lang="en-US" sz="1200" dirty="0"/>
              <a:t>reallocate consumption among consumers</a:t>
            </a:r>
          </a:p>
          <a:p>
            <a:pPr marL="914400" indent="-447675" eaLnBrk="1" hangingPunct="1">
              <a:spcAft>
                <a:spcPts val="600"/>
              </a:spcAft>
              <a:buFont typeface="+mj-lt"/>
              <a:buAutoNum type="arabicPeriod"/>
            </a:pPr>
            <a:r>
              <a:rPr lang="en-US" sz="1200" dirty="0"/>
              <a:t>reallocate sales among sellers</a:t>
            </a:r>
          </a:p>
          <a:p>
            <a:pPr marL="914400" indent="-447675">
              <a:spcAft>
                <a:spcPts val="600"/>
              </a:spcAft>
              <a:buFont typeface="+mj-lt"/>
              <a:buAutoNum type="arabicPeriod"/>
            </a:pPr>
            <a:r>
              <a:rPr lang="en-US" sz="1200" dirty="0"/>
              <a:t>change the quantity traded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9C9249-343B-4722-9764-1BA316ECD671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87880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9C9249-343B-4722-9764-1BA316ECD671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5599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9C9249-343B-4722-9764-1BA316ECD671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50774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$225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353AC-5D98-9B4C-A6D7-C10F9045975A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08378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$200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353AC-5D98-9B4C-A6D7-C10F9045975A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17198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$150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353AC-5D98-9B4C-A6D7-C10F9045975A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73569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353AC-5D98-9B4C-A6D7-C10F9045975A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81690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353AC-5D98-9B4C-A6D7-C10F9045975A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17910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353AC-5D98-9B4C-A6D7-C10F9045975A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91926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Mutually beneficial Every consumer who makes a purchase values the good more than every seller who makes a sale.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353AC-5D98-9B4C-A6D7-C10F9045975A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03312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Prices translate complex information into an easy signal for producers:</a:t>
            </a:r>
          </a:p>
          <a:p>
            <a:pPr marL="914400" lvl="1" indent="-447675"/>
            <a:r>
              <a:rPr lang="en-US" b="1" dirty="0">
                <a:ea typeface="MS PGothic" pitchFamily="34" charset="-128"/>
              </a:rPr>
              <a:t>Profits rise in industries when consumers want more of that industry’s products.</a:t>
            </a:r>
          </a:p>
          <a:p>
            <a:pPr marL="914400" lvl="1" indent="-447675"/>
            <a:r>
              <a:rPr lang="en-US" b="1" dirty="0">
                <a:ea typeface="MS PGothic" pitchFamily="34" charset="-128"/>
              </a:rPr>
              <a:t>Profits decline in industries when consumers want less of that industry’s products.</a:t>
            </a:r>
          </a:p>
          <a:p>
            <a:pPr marL="914400" lvl="1" indent="-447675" eaLnBrk="1" hangingPunct="1"/>
            <a:r>
              <a:rPr lang="en-US" i="1" dirty="0"/>
              <a:t>The high price of ice in post-Katrina New Orleans made it more attractive for firms to provide ice where society needed it most.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353AC-5D98-9B4C-A6D7-C10F9045975A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19136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9C9249-343B-4722-9764-1BA316ECD671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849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>
                <a:latin typeface="Open Sans Condensed" charset="0"/>
                <a:ea typeface="Open Sans Condensed" charset="0"/>
                <a:cs typeface="Open Sans Condensed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32B5-97B6-0F44-BC46-2CF286C69536}" type="datetimeFigureOut">
              <a:rPr lang="en-US" smtClean="0"/>
              <a:t>1/27/22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34D7-6E3B-9847-92BB-244C4A29C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463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Open Sans Condensed" charset="0"/>
                <a:ea typeface="Open Sans Condensed" charset="0"/>
                <a:cs typeface="Open Sans Condensed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Open Sans" charset="0"/>
                <a:ea typeface="Open Sans" charset="0"/>
                <a:cs typeface="Open Sans" charset="0"/>
              </a:defRPr>
            </a:lvl1pPr>
            <a:lvl2pPr>
              <a:defRPr>
                <a:latin typeface="Open Sans" charset="0"/>
                <a:ea typeface="Open Sans" charset="0"/>
                <a:cs typeface="Open Sans" charset="0"/>
              </a:defRPr>
            </a:lvl2pPr>
            <a:lvl3pPr>
              <a:defRPr>
                <a:latin typeface="Open Sans" charset="0"/>
                <a:ea typeface="Open Sans" charset="0"/>
                <a:cs typeface="Open Sans" charset="0"/>
              </a:defRPr>
            </a:lvl3pPr>
            <a:lvl4pPr>
              <a:defRPr>
                <a:latin typeface="Open Sans" charset="0"/>
                <a:ea typeface="Open Sans" charset="0"/>
                <a:cs typeface="Open Sans" charset="0"/>
              </a:defRPr>
            </a:lvl4pPr>
            <a:lvl5pPr>
              <a:defRPr>
                <a:latin typeface="Open Sans" charset="0"/>
                <a:ea typeface="Open Sans" charset="0"/>
                <a:cs typeface="Open Sans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32B5-97B6-0F44-BC46-2CF286C69536}" type="datetimeFigureOut">
              <a:rPr lang="en-US" smtClean="0"/>
              <a:t>1/27/22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34D7-6E3B-9847-92BB-244C4A29C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867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8895" y="1034141"/>
            <a:ext cx="6333505" cy="793868"/>
          </a:xfrm>
        </p:spPr>
        <p:txBody>
          <a:bodyPr anchor="t">
            <a:noAutofit/>
          </a:bodyPr>
          <a:lstStyle>
            <a:lvl1pPr algn="l">
              <a:defRPr sz="4800">
                <a:latin typeface="Open Sans Condensed" charset="0"/>
                <a:ea typeface="Open Sans Condensed" charset="0"/>
                <a:cs typeface="Open Sans Condensed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48894" y="1971304"/>
            <a:ext cx="6333506" cy="4154860"/>
          </a:xfrm>
        </p:spPr>
        <p:txBody>
          <a:bodyPr/>
          <a:lstStyle>
            <a:lvl1pPr>
              <a:defRPr>
                <a:latin typeface="Open Sans" charset="0"/>
                <a:ea typeface="Open Sans" charset="0"/>
                <a:cs typeface="Open Sans" charset="0"/>
              </a:defRPr>
            </a:lvl1pPr>
            <a:lvl2pPr>
              <a:defRPr>
                <a:latin typeface="Open Sans" charset="0"/>
                <a:ea typeface="Open Sans" charset="0"/>
                <a:cs typeface="Open Sans" charset="0"/>
              </a:defRPr>
            </a:lvl2pPr>
            <a:lvl3pPr>
              <a:defRPr>
                <a:latin typeface="Open Sans" charset="0"/>
                <a:ea typeface="Open Sans" charset="0"/>
                <a:cs typeface="Open Sans" charset="0"/>
              </a:defRPr>
            </a:lvl3pPr>
            <a:lvl4pPr>
              <a:defRPr>
                <a:latin typeface="Open Sans" charset="0"/>
                <a:ea typeface="Open Sans" charset="0"/>
                <a:cs typeface="Open Sans" charset="0"/>
              </a:defRPr>
            </a:lvl4pPr>
            <a:lvl5pPr>
              <a:defRPr>
                <a:latin typeface="Open Sans" charset="0"/>
                <a:ea typeface="Open Sans" charset="0"/>
                <a:cs typeface="Open Sans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32B5-97B6-0F44-BC46-2CF286C69536}" type="datetimeFigureOut">
              <a:rPr lang="en-US" smtClean="0"/>
              <a:t>1/27/22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34D7-6E3B-9847-92BB-244C4A29C784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1C6AC5-2B31-4242-8859-48545750B5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5844" y="1034141"/>
            <a:ext cx="4603668" cy="4603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75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32B5-97B6-0F44-BC46-2CF286C69536}" type="datetimeFigureOut">
              <a:rPr lang="en-US" smtClean="0"/>
              <a:t>1/27/22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34D7-6E3B-9847-92BB-244C4A29C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242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32B5-97B6-0F44-BC46-2CF286C69536}" type="datetimeFigureOut">
              <a:rPr lang="en-US" smtClean="0"/>
              <a:t>1/27/22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34D7-6E3B-9847-92BB-244C4A29C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37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32B5-97B6-0F44-BC46-2CF286C69536}" type="datetimeFigureOut">
              <a:rPr lang="en-US" smtClean="0"/>
              <a:t>1/27/22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34D7-6E3B-9847-92BB-244C4A29C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504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32B5-97B6-0F44-BC46-2CF286C69536}" type="datetimeFigureOut">
              <a:rPr lang="en-US" smtClean="0"/>
              <a:t>1/27/22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34D7-6E3B-9847-92BB-244C4A29C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890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32B5-97B6-0F44-BC46-2CF286C69536}" type="datetimeFigureOut">
              <a:rPr lang="en-US" smtClean="0"/>
              <a:t>1/27/22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34D7-6E3B-9847-92BB-244C4A29C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836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32B5-97B6-0F44-BC46-2CF286C69536}" type="datetimeFigureOut">
              <a:rPr lang="en-US" smtClean="0"/>
              <a:t>1/27/22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34D7-6E3B-9847-92BB-244C4A29C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414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32B5-97B6-0F44-BC46-2CF286C69536}" type="datetimeFigureOut">
              <a:rPr lang="en-US" smtClean="0"/>
              <a:t>1/27/22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34D7-6E3B-9847-92BB-244C4A29C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577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32B5-97B6-0F44-BC46-2CF286C69536}" type="datetimeFigureOut">
              <a:rPr lang="en-US" smtClean="0"/>
              <a:t>1/27/22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34D7-6E3B-9847-92BB-244C4A29C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8598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32B5-97B6-0F44-BC46-2CF286C69536}" type="datetimeFigureOut">
              <a:rPr lang="en-US" smtClean="0"/>
              <a:t>1/27/22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34D7-6E3B-9847-92BB-244C4A29C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3355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1313" indent="0">
              <a:defRPr b="1">
                <a:solidFill>
                  <a:schemeClr val="tx1"/>
                </a:solidFill>
                <a:latin typeface="Century Gothic"/>
                <a:cs typeface="Century Gothic"/>
              </a:defRPr>
            </a:lvl1pPr>
            <a:lvl2pPr marL="742950" indent="0">
              <a:defRPr b="1">
                <a:solidFill>
                  <a:schemeClr val="tx1"/>
                </a:solidFill>
                <a:latin typeface="Century Gothic"/>
                <a:cs typeface="Century Gothic"/>
              </a:defRPr>
            </a:lvl2pPr>
            <a:lvl3pPr>
              <a:defRPr b="1">
                <a:solidFill>
                  <a:schemeClr val="tx1"/>
                </a:solidFill>
                <a:latin typeface="Century Gothic"/>
                <a:cs typeface="Century Gothic"/>
              </a:defRPr>
            </a:lvl3pPr>
            <a:lvl4pPr>
              <a:defRPr b="1">
                <a:solidFill>
                  <a:schemeClr val="tx1"/>
                </a:solidFill>
                <a:latin typeface="Century Gothic"/>
                <a:cs typeface="Century Gothic"/>
              </a:defRPr>
            </a:lvl4pPr>
            <a:lvl5pPr>
              <a:defRPr b="1">
                <a:solidFill>
                  <a:schemeClr val="tx1"/>
                </a:solidFill>
                <a:latin typeface="Century Gothic"/>
                <a:cs typeface="Century Gothic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ight Arrow 8">
            <a:hlinkClick r:id="" action="ppaction://noaction"/>
          </p:cNvPr>
          <p:cNvSpPr/>
          <p:nvPr userDrawn="1"/>
        </p:nvSpPr>
        <p:spPr>
          <a:xfrm>
            <a:off x="0" y="6081474"/>
            <a:ext cx="2032000" cy="776526"/>
          </a:xfrm>
          <a:prstGeom prst="rightArrow">
            <a:avLst>
              <a:gd name="adj1" fmla="val 47162"/>
              <a:gd name="adj2" fmla="val 48581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</p:txBody>
      </p:sp>
      <p:pic>
        <p:nvPicPr>
          <p:cNvPr id="10" name="Picture 9">
            <a:hlinkClick r:id="" action="ppaction://noaction"/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32661" y="6028189"/>
            <a:ext cx="1524000" cy="856979"/>
          </a:xfrm>
          <a:prstGeom prst="rect">
            <a:avLst/>
          </a:prstGeom>
        </p:spPr>
      </p:pic>
      <p:cxnSp>
        <p:nvCxnSpPr>
          <p:cNvPr id="15" name="Straight Connector 14"/>
          <p:cNvCxnSpPr/>
          <p:nvPr userDrawn="1"/>
        </p:nvCxnSpPr>
        <p:spPr>
          <a:xfrm>
            <a:off x="0" y="1219200"/>
            <a:ext cx="12192000" cy="0"/>
          </a:xfrm>
          <a:prstGeom prst="line">
            <a:avLst/>
          </a:prstGeom>
          <a:ln w="76200" cmpd="sng">
            <a:solidFill>
              <a:srgbClr val="F8EF59">
                <a:alpha val="49000"/>
              </a:srgbClr>
            </a:solidFill>
            <a:prstDash val="soli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 userDrawn="1"/>
        </p:nvCxnSpPr>
        <p:spPr>
          <a:xfrm>
            <a:off x="0" y="5791200"/>
            <a:ext cx="12192000" cy="0"/>
          </a:xfrm>
          <a:prstGeom prst="line">
            <a:avLst/>
          </a:prstGeom>
          <a:ln w="76200" cmpd="sng">
            <a:solidFill>
              <a:srgbClr val="F8EF59">
                <a:alpha val="49000"/>
              </a:srgbClr>
            </a:solidFill>
            <a:prstDash val="soli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1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650938" y="6603259"/>
            <a:ext cx="9462657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    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  <p:sp>
        <p:nvSpPr>
          <p:cNvPr id="4" name="Down Arrow Callout 3"/>
          <p:cNvSpPr/>
          <p:nvPr userDrawn="1"/>
        </p:nvSpPr>
        <p:spPr>
          <a:xfrm>
            <a:off x="0" y="-29407"/>
            <a:ext cx="4267200" cy="1676400"/>
          </a:xfrm>
          <a:prstGeom prst="downArrowCallout">
            <a:avLst>
              <a:gd name="adj1" fmla="val 32640"/>
              <a:gd name="adj2" fmla="val 28183"/>
              <a:gd name="adj3" fmla="val 25000"/>
              <a:gd name="adj4" fmla="val 61794"/>
            </a:avLst>
          </a:pr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effectLst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0" y="1"/>
            <a:ext cx="426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effectLst/>
              </a:rPr>
              <a:t>     What you will learn in this chapter</a:t>
            </a:r>
          </a:p>
        </p:txBody>
      </p:sp>
      <p:sp>
        <p:nvSpPr>
          <p:cNvPr id="6" name="Isosceles Triangle 5"/>
          <p:cNvSpPr/>
          <p:nvPr userDrawn="1"/>
        </p:nvSpPr>
        <p:spPr>
          <a:xfrm rot="5400000">
            <a:off x="177801" y="50800"/>
            <a:ext cx="304799" cy="355600"/>
          </a:xfrm>
          <a:prstGeom prst="triangle">
            <a:avLst>
              <a:gd name="adj" fmla="val 52591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720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38400" y="2438401"/>
            <a:ext cx="6993467" cy="3932581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1143000"/>
            <a:ext cx="11582400" cy="1371600"/>
          </a:xfrm>
        </p:spPr>
        <p:txBody>
          <a:bodyPr>
            <a:noAutofit/>
          </a:bodyPr>
          <a:lstStyle>
            <a:lvl1pPr>
              <a:defRPr sz="3200" baseline="0">
                <a:latin typeface="Century Gothic"/>
                <a:cs typeface="Century Gothic"/>
              </a:defRPr>
            </a:lvl1pPr>
            <a:lvl2pPr>
              <a:defRPr sz="2800" baseline="0">
                <a:latin typeface="Century Gothic"/>
                <a:cs typeface="Century Gothic"/>
              </a:defRPr>
            </a:lvl2pPr>
            <a:lvl3pPr>
              <a:defRPr sz="2400" baseline="0">
                <a:latin typeface="Candara" pitchFamily="34" charset="0"/>
              </a:defRPr>
            </a:lvl3pPr>
            <a:lvl4pPr>
              <a:defRPr sz="2000" baseline="0">
                <a:latin typeface="Candara" pitchFamily="34" charset="0"/>
              </a:defRPr>
            </a:lvl4pPr>
            <a:lvl5pPr>
              <a:defRPr sz="2000" baseline="0">
                <a:latin typeface="Candara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650938" y="6603259"/>
            <a:ext cx="9462657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    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944708377"/>
      </p:ext>
    </p:extLst>
  </p:cSld>
  <p:clrMapOvr>
    <a:masterClrMapping/>
  </p:clrMapOvr>
  <p:transition>
    <p:fade thruBlk="1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650938" y="6603259"/>
            <a:ext cx="9462657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    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4003967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1232B5-97B6-0F44-BC46-2CF286C69536}" type="datetimeFigureOut">
              <a:rPr lang="en-US" smtClean="0"/>
              <a:t>1/27/22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DD34D7-6E3B-9847-92BB-244C4A29C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506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4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  <p:sldLayoutId id="2147483662" r:id="rId14"/>
    <p:sldLayoutId id="2147483663" r:id="rId1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Calibri Light"/>
          <a:ea typeface="+mj-ea"/>
          <a:cs typeface="Calibri Light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Calibri Light"/>
          <a:ea typeface="+mn-ea"/>
          <a:cs typeface="Calibri Light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Calibri Light"/>
          <a:ea typeface="+mn-ea"/>
          <a:cs typeface="Calibri Light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Calibri Light"/>
          <a:ea typeface="+mn-ea"/>
          <a:cs typeface="Calibri Light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Calibri Light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Calibri Light"/>
          <a:ea typeface="+mn-ea"/>
          <a:cs typeface="Calibri Ligh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if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if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0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if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tif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if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tif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if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tiff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Open Sans Condensed" panose="020B0606030504020204" pitchFamily="34" charset="0"/>
                <a:ea typeface="Open Sans Condensed" panose="020B0606030504020204" pitchFamily="34" charset="0"/>
                <a:cs typeface="Open Sans Condensed" panose="020B0606030504020204" pitchFamily="34" charset="0"/>
              </a:rPr>
              <a:t>Consumer and producer surplus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61A4B8-4B9F-3440-8FDE-BCF727AA70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8894" y="3194304"/>
            <a:ext cx="6333506" cy="29318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0706373-921D-3B48-995F-F5DEB731BB0B}"/>
              </a:ext>
            </a:extLst>
          </p:cNvPr>
          <p:cNvSpPr txBox="1">
            <a:spLocks/>
          </p:cNvSpPr>
          <p:nvPr/>
        </p:nvSpPr>
        <p:spPr>
          <a:xfrm>
            <a:off x="5248895" y="2474185"/>
            <a:ext cx="6333505" cy="8282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i="0" kern="1200">
                <a:solidFill>
                  <a:schemeClr val="tx1"/>
                </a:solidFill>
                <a:latin typeface="Open Sans Condensed" charset="0"/>
                <a:ea typeface="Open Sans Condensed" charset="0"/>
                <a:cs typeface="Open Sans Condensed" charset="0"/>
              </a:defRPr>
            </a:lvl1pPr>
          </a:lstStyle>
          <a:p>
            <a:r>
              <a:rPr lang="en-US" sz="3200" b="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Chapter 4</a:t>
            </a:r>
          </a:p>
        </p:txBody>
      </p:sp>
    </p:spTree>
    <p:extLst>
      <p:ext uri="{BB962C8B-B14F-4D97-AF65-F5344CB8AC3E}">
        <p14:creationId xmlns:p14="http://schemas.microsoft.com/office/powerpoint/2010/main" val="3311012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177FC-1390-994E-82B6-68825E135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 admin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113EC-3727-CA4F-9CCA-E1C619ADC3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8894" y="1971304"/>
            <a:ext cx="6333506" cy="453109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>
                <a:sym typeface="Wingdings" pitchFamily="2" charset="2"/>
              </a:rPr>
              <a:t>Deadlines:</a:t>
            </a:r>
          </a:p>
          <a:p>
            <a:r>
              <a:rPr lang="en-US" dirty="0">
                <a:sym typeface="Wingdings" pitchFamily="2" charset="2"/>
              </a:rPr>
              <a:t>Thurs: </a:t>
            </a:r>
            <a:r>
              <a:rPr lang="en-US" b="1" dirty="0">
                <a:sym typeface="Wingdings" pitchFamily="2" charset="2"/>
              </a:rPr>
              <a:t>LC4</a:t>
            </a:r>
          </a:p>
          <a:p>
            <a:r>
              <a:rPr lang="en-US" dirty="0">
                <a:sym typeface="Wingdings" pitchFamily="2" charset="2"/>
              </a:rPr>
              <a:t>Next Tues: </a:t>
            </a:r>
            <a:r>
              <a:rPr lang="en-US" b="1" dirty="0">
                <a:sym typeface="Wingdings" pitchFamily="2" charset="2"/>
              </a:rPr>
              <a:t>HW4</a:t>
            </a:r>
          </a:p>
          <a:p>
            <a:pPr marL="0" indent="0">
              <a:buNone/>
            </a:pPr>
            <a:r>
              <a:rPr lang="en-US" b="1" dirty="0"/>
              <a:t>Review session w/ Liv</a:t>
            </a:r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Jeffords 127 </a:t>
            </a:r>
            <a:r>
              <a:rPr lang="en-US" b="1" dirty="0"/>
              <a:t>	</a:t>
            </a:r>
            <a:r>
              <a:rPr lang="en-US" strike="sngStrike" dirty="0"/>
              <a:t>Today 5–6</a:t>
            </a:r>
          </a:p>
          <a:p>
            <a:pPr marL="0" indent="0">
              <a:buNone/>
            </a:pPr>
            <a:r>
              <a:rPr lang="en-US" b="1" dirty="0"/>
              <a:t>							</a:t>
            </a:r>
            <a:r>
              <a:rPr lang="en-US" dirty="0"/>
              <a:t>Thursday 4–5</a:t>
            </a:r>
          </a:p>
          <a:p>
            <a:pPr marL="0" indent="0">
              <a:buNone/>
            </a:pPr>
            <a:r>
              <a:rPr lang="en-US" b="1" dirty="0"/>
              <a:t>Office hours		</a:t>
            </a:r>
            <a:r>
              <a:rPr lang="en-US" dirty="0"/>
              <a:t>Today 4:10–5:10</a:t>
            </a:r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Old Mill 233</a:t>
            </a:r>
            <a:r>
              <a:rPr lang="en-US" dirty="0"/>
              <a:t>		Wednesday 2–3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33089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177FC-1390-994E-82B6-68825E135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2 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113EC-3727-CA4F-9CCA-E1C619ADC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Tuesday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What questions did you have about HW1 / HW3? </a:t>
            </a:r>
          </a:p>
          <a:p>
            <a:pPr lvl="1"/>
            <a:r>
              <a:rPr lang="en-US" dirty="0"/>
              <a:t>Review some tricky HW3 questions</a:t>
            </a:r>
          </a:p>
          <a:p>
            <a:r>
              <a:rPr lang="en-US" dirty="0">
                <a:sym typeface="Wingdings" pitchFamily="2" charset="2"/>
              </a:rPr>
              <a:t>Producer and consumer surplus </a:t>
            </a:r>
          </a:p>
          <a:p>
            <a:pPr marL="0" indent="0">
              <a:buNone/>
            </a:pPr>
            <a:r>
              <a:rPr lang="en-US" b="1" dirty="0"/>
              <a:t>Thursday</a:t>
            </a:r>
          </a:p>
          <a:p>
            <a:pPr marL="0" indent="0">
              <a:buNone/>
            </a:pPr>
            <a:r>
              <a:rPr lang="en-US" dirty="0"/>
              <a:t>- More review of demand shifts </a:t>
            </a:r>
          </a:p>
          <a:p>
            <a:pPr marL="0" indent="0">
              <a:buNone/>
            </a:pPr>
            <a:r>
              <a:rPr lang="en-US" dirty="0"/>
              <a:t>- PS/CS</a:t>
            </a:r>
          </a:p>
          <a:p>
            <a:endParaRPr lang="en-US" dirty="0">
              <a:sym typeface="Wingdings" pitchFamily="2" charset="2"/>
            </a:endParaRPr>
          </a:p>
          <a:p>
            <a:pPr marL="0" indent="0">
              <a:buNone/>
            </a:pPr>
            <a:endParaRPr lang="en-US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17735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30886-6387-6E45-838A-797AF6219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63B9D-51C1-9049-B42E-0DA4F9F843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Review demand and supply shifts </a:t>
            </a:r>
          </a:p>
          <a:p>
            <a:r>
              <a:rPr lang="en-US" dirty="0"/>
              <a:t>Practice with consumer and producer surplus</a:t>
            </a:r>
          </a:p>
        </p:txBody>
      </p:sp>
    </p:spTree>
    <p:extLst>
      <p:ext uri="{BB962C8B-B14F-4D97-AF65-F5344CB8AC3E}">
        <p14:creationId xmlns:p14="http://schemas.microsoft.com/office/powerpoint/2010/main" val="2388083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692096"/>
            <a:ext cx="7772400" cy="1470025"/>
          </a:xfrm>
        </p:spPr>
        <p:txBody>
          <a:bodyPr>
            <a:normAutofit/>
          </a:bodyPr>
          <a:lstStyle/>
          <a:p>
            <a:r>
              <a:rPr lang="en-US" b="1" dirty="0"/>
              <a:t>Consumer and Producer Surplus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95600" y="5702263"/>
            <a:ext cx="6400800" cy="175260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Open Sans Condensed" charset="0"/>
                <a:ea typeface="Open Sans Condensed" charset="0"/>
                <a:cs typeface="Open Sans Condensed" charset="0"/>
              </a:rPr>
              <a:t>Chapter 4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0171C2A-CD60-FE4D-B61A-863FA0550C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8350" y="157162"/>
            <a:ext cx="8115300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310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5FFE9-458B-3D44-8D14-655B453B4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Today (Feb 11)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A7748-F4A8-A947-BB06-4B82B72C7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reminder about Q8 on the HW</a:t>
            </a:r>
          </a:p>
          <a:p>
            <a:r>
              <a:rPr lang="en-US" dirty="0"/>
              <a:t>Review of calculating PS/CS</a:t>
            </a:r>
          </a:p>
          <a:p>
            <a:r>
              <a:rPr lang="en-US" dirty="0"/>
              <a:t>Discussion of shifting curves</a:t>
            </a:r>
          </a:p>
          <a:p>
            <a:r>
              <a:rPr lang="en-US" dirty="0"/>
              <a:t>Practice with PS/CS</a:t>
            </a:r>
          </a:p>
        </p:txBody>
      </p:sp>
    </p:spTree>
    <p:extLst>
      <p:ext uri="{BB962C8B-B14F-4D97-AF65-F5344CB8AC3E}">
        <p14:creationId xmlns:p14="http://schemas.microsoft.com/office/powerpoint/2010/main" val="2522153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Where are we?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We just covered </a:t>
            </a:r>
            <a:r>
              <a:rPr lang="en-US" sz="2800" b="1" dirty="0">
                <a:solidFill>
                  <a:schemeClr val="accent1"/>
                </a:solidFill>
              </a:rPr>
              <a:t>twelve principles of economics </a:t>
            </a:r>
            <a:r>
              <a:rPr lang="en-US" sz="2800" b="1" dirty="0"/>
              <a:t>(CH1) semi - asynchronously</a:t>
            </a:r>
          </a:p>
          <a:p>
            <a:r>
              <a:rPr lang="en-US" sz="2800" dirty="0"/>
              <a:t>We learned how to set up </a:t>
            </a:r>
            <a:r>
              <a:rPr lang="en-US" sz="2800" b="1" dirty="0">
                <a:solidFill>
                  <a:schemeClr val="accent1"/>
                </a:solidFill>
              </a:rPr>
              <a:t>supply and demand curves </a:t>
            </a:r>
            <a:r>
              <a:rPr lang="en-US" sz="2800" dirty="0"/>
              <a:t>and</a:t>
            </a:r>
            <a:r>
              <a:rPr lang="en-US" sz="2800" b="1" dirty="0"/>
              <a:t> move them </a:t>
            </a:r>
            <a:r>
              <a:rPr lang="en-US" sz="2800" dirty="0"/>
              <a:t>around</a:t>
            </a:r>
            <a:r>
              <a:rPr lang="en-US" sz="2800" b="1" dirty="0"/>
              <a:t> (CH3). </a:t>
            </a:r>
          </a:p>
          <a:p>
            <a:pPr lvl="1"/>
            <a:r>
              <a:rPr lang="en-US" sz="2400" dirty="0"/>
              <a:t>We did the </a:t>
            </a:r>
            <a:r>
              <a:rPr lang="en-US" sz="2400" b="1" dirty="0">
                <a:solidFill>
                  <a:schemeClr val="accent1"/>
                </a:solidFill>
              </a:rPr>
              <a:t>double shifts </a:t>
            </a:r>
            <a:r>
              <a:rPr lang="en-US" sz="2400" dirty="0"/>
              <a:t>asynchronously </a:t>
            </a:r>
          </a:p>
        </p:txBody>
      </p:sp>
    </p:spTree>
    <p:extLst>
      <p:ext uri="{BB962C8B-B14F-4D97-AF65-F5344CB8AC3E}">
        <p14:creationId xmlns:p14="http://schemas.microsoft.com/office/powerpoint/2010/main" val="1247649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questions do you have?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b="1" dirty="0"/>
              <a:t>Help me help you</a:t>
            </a:r>
          </a:p>
          <a:p>
            <a:pPr marL="0" indent="0" algn="ctr">
              <a:buNone/>
            </a:pPr>
            <a:endParaRPr lang="en-US" sz="2800" b="1" dirty="0"/>
          </a:p>
          <a:p>
            <a:r>
              <a:rPr lang="en-US" sz="28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Throw in any general topics where you struggled</a:t>
            </a:r>
          </a:p>
          <a:p>
            <a:r>
              <a:rPr lang="en-US" sz="28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Any specific HW/LC questions you got stuck on? </a:t>
            </a:r>
          </a:p>
          <a:p>
            <a:r>
              <a:rPr lang="en-US" sz="28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Throw in any admin questions</a:t>
            </a:r>
          </a:p>
          <a:p>
            <a:r>
              <a:rPr lang="en-US" sz="28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Like/dislike anything that resonates with you </a:t>
            </a:r>
          </a:p>
        </p:txBody>
      </p:sp>
    </p:spTree>
    <p:extLst>
      <p:ext uri="{BB962C8B-B14F-4D97-AF65-F5344CB8AC3E}">
        <p14:creationId xmlns:p14="http://schemas.microsoft.com/office/powerpoint/2010/main" val="2632926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AC249-B87E-C443-BEDD-02B5DE86E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is the pace so far?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1988D-F9A0-7F4A-B930-7873C5A1CD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lphaLcParenR"/>
            </a:pPr>
            <a:r>
              <a:rPr lang="en-US" dirty="0"/>
              <a:t>Too slow</a:t>
            </a:r>
          </a:p>
          <a:p>
            <a:pPr marL="514350" indent="-514350">
              <a:buFont typeface="+mj-lt"/>
              <a:buAutoNum type="alphaLcParenR"/>
            </a:pPr>
            <a:endParaRPr lang="en-US" dirty="0"/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Just right </a:t>
            </a:r>
          </a:p>
          <a:p>
            <a:pPr marL="514350" indent="-514350">
              <a:buFont typeface="+mj-lt"/>
              <a:buAutoNum type="alphaLcParenR"/>
            </a:pPr>
            <a:endParaRPr lang="en-US" dirty="0"/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Too fast </a:t>
            </a:r>
          </a:p>
          <a:p>
            <a:pPr marL="514350" indent="-514350">
              <a:buFont typeface="+mj-lt"/>
              <a:buAutoNum type="alphaLcParenR"/>
            </a:pPr>
            <a:endParaRPr lang="en-US" dirty="0"/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  🤷‍♀️</a:t>
            </a:r>
          </a:p>
          <a:p>
            <a:pPr marL="514350" indent="-514350">
              <a:buFont typeface="+mj-lt"/>
              <a:buAutoNum type="alphaLcParenR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1232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9E09E-DD32-1A4E-B909-5807BFE4B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Today</a:t>
            </a:r>
          </a:p>
          <a:p>
            <a:pPr marL="0" indent="0">
              <a:buNone/>
            </a:pPr>
            <a:r>
              <a:rPr lang="en-US" dirty="0"/>
              <a:t>- A bit of review/recap</a:t>
            </a:r>
          </a:p>
          <a:p>
            <a:pPr lvl="1"/>
            <a:r>
              <a:rPr lang="en-US" dirty="0"/>
              <a:t>Focus on opportunity cost </a:t>
            </a:r>
          </a:p>
          <a:p>
            <a:r>
              <a:rPr lang="en-US" dirty="0"/>
              <a:t>Work with some PS and CS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Thursday</a:t>
            </a:r>
          </a:p>
          <a:p>
            <a:pPr marL="0" indent="0">
              <a:buNone/>
            </a:pPr>
            <a:r>
              <a:rPr lang="en-US" dirty="0"/>
              <a:t>- More review of demand shifts </a:t>
            </a:r>
          </a:p>
          <a:p>
            <a:pPr marL="0" indent="0">
              <a:buNone/>
            </a:pPr>
            <a:r>
              <a:rPr lang="en-US" dirty="0"/>
              <a:t>- PS/CS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214611-B2CE-9347-A9F3-63BC5DA2A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Plan</a:t>
            </a:r>
          </a:p>
        </p:txBody>
      </p:sp>
    </p:spTree>
    <p:extLst>
      <p:ext uri="{BB962C8B-B14F-4D97-AF65-F5344CB8AC3E}">
        <p14:creationId xmlns:p14="http://schemas.microsoft.com/office/powerpoint/2010/main" val="34471718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D4142-91DD-3C48-90A1-EDBE8374F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Opportunity cost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CA3B8-2016-5640-A5C0-0AEB7A889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You’ve been dating Toby for two years. Toby is an extremely reasonable human and enjoys tacos, sledding, and sweet potatoes. Toby does not make your heart sing.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is the opportunity cost of dating Toby?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2379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4" name="Rectangle 70">
            <a:extLst>
              <a:ext uri="{FF2B5EF4-FFF2-40B4-BE49-F238E27FC236}">
                <a16:creationId xmlns:a16="http://schemas.microsoft.com/office/drawing/2014/main" id="{80DF40B2-80F7-4E71-B46C-284163F36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650DA6-666E-7C48-A804-322888A6F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48464"/>
            <a:ext cx="3807187" cy="2228074"/>
          </a:xfrm>
        </p:spPr>
        <p:txBody>
          <a:bodyPr>
            <a:normAutofit/>
          </a:bodyPr>
          <a:lstStyle/>
          <a:p>
            <a:r>
              <a:rPr lang="en-US" sz="4000" b="1"/>
              <a:t>Opportunity cost, take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5C4C4-00C4-2042-B843-003DF214B2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1" y="2962279"/>
            <a:ext cx="4523326" cy="314324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dirty="0"/>
              <a:t>You bought a Groupon (</a:t>
            </a:r>
            <a:r>
              <a:rPr lang="en-US" sz="22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HA, remember those?) </a:t>
            </a:r>
            <a:r>
              <a:rPr lang="en-US" sz="2200" dirty="0"/>
              <a:t>to a spinning class. It expires today! 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/>
              <a:t>There is only one more spin class offered tonight at the gym, and but you had planned to watch Billie </a:t>
            </a:r>
            <a:r>
              <a:rPr lang="en-US" sz="2200" dirty="0" err="1"/>
              <a:t>Eilish</a:t>
            </a:r>
            <a:r>
              <a:rPr lang="en-US" sz="2200" dirty="0"/>
              <a:t> host SNL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ADE335-C918-5740-A7C9-A0A025FBF02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15" r="6223"/>
          <a:stretch/>
        </p:blipFill>
        <p:spPr>
          <a:xfrm>
            <a:off x="4703063" y="548464"/>
            <a:ext cx="7485888" cy="572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193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9F45B-5C60-2443-8763-FA3431F4D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best represents the opportunity cost of the spin class?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22BC4-CB26-A64D-BA68-4558D8116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lphaLcParenR"/>
            </a:pPr>
            <a:r>
              <a:rPr lang="en-US" dirty="0"/>
              <a:t>Value of the spin class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LcParenR"/>
            </a:pPr>
            <a:r>
              <a:rPr lang="en-US" dirty="0"/>
              <a:t>Value of the spin class + enjoyment of SNL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LcParenR"/>
            </a:pPr>
            <a:r>
              <a:rPr lang="en-US" dirty="0"/>
              <a:t>No opportunity cost – you already paid for the class!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LcParenR"/>
            </a:pPr>
            <a:r>
              <a:rPr lang="en-US" dirty="0"/>
              <a:t>Enjoyment of SNL</a:t>
            </a:r>
          </a:p>
        </p:txBody>
      </p:sp>
    </p:spTree>
    <p:extLst>
      <p:ext uri="{BB962C8B-B14F-4D97-AF65-F5344CB8AC3E}">
        <p14:creationId xmlns:p14="http://schemas.microsoft.com/office/powerpoint/2010/main" val="41318746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5B3AF-85A1-864B-B906-0480A8127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Kidneys for sale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F64C8-9E2B-8F45-A1B1-381B33822B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/>
              <a:t>What would be the best way to regulate kidney donation in the US? </a:t>
            </a:r>
          </a:p>
          <a:p>
            <a:pPr marL="0" indent="0">
              <a:lnSpc>
                <a:spcPct val="110000"/>
              </a:lnSpc>
              <a:buNone/>
            </a:pPr>
            <a:endParaRPr lang="en-US" dirty="0"/>
          </a:p>
          <a:p>
            <a:pPr marL="514350" indent="-514350">
              <a:lnSpc>
                <a:spcPct val="110000"/>
              </a:lnSpc>
              <a:buFont typeface="+mj-lt"/>
              <a:buAutoNum type="alphaLcParenR"/>
            </a:pPr>
            <a:r>
              <a:rPr lang="en-US" dirty="0"/>
              <a:t>As is: voluntary w/ no compensation </a:t>
            </a:r>
          </a:p>
          <a:p>
            <a:pPr marL="514350" indent="-514350">
              <a:lnSpc>
                <a:spcPct val="110000"/>
              </a:lnSpc>
              <a:buFont typeface="+mj-lt"/>
              <a:buAutoNum type="alphaLcParenR"/>
            </a:pPr>
            <a:r>
              <a:rPr lang="en-US" dirty="0"/>
              <a:t>Light modification: Allow coverage of medical expenses</a:t>
            </a:r>
          </a:p>
          <a:p>
            <a:pPr marL="514350" indent="-514350">
              <a:lnSpc>
                <a:spcPct val="110000"/>
              </a:lnSpc>
              <a:buFont typeface="+mj-lt"/>
              <a:buAutoNum type="alphaLcParenR"/>
            </a:pPr>
            <a:r>
              <a:rPr lang="en-US" dirty="0"/>
              <a:t>Iran model: Allow cash payments within government regulated market</a:t>
            </a:r>
          </a:p>
          <a:p>
            <a:pPr marL="514350" indent="-514350">
              <a:lnSpc>
                <a:spcPct val="110000"/>
              </a:lnSpc>
              <a:buFont typeface="+mj-lt"/>
              <a:buAutoNum type="alphaLcParenR"/>
            </a:pPr>
            <a:r>
              <a:rPr lang="en-US" dirty="0"/>
              <a:t>Free market: Buy and sell</a:t>
            </a:r>
          </a:p>
        </p:txBody>
      </p:sp>
    </p:spTree>
    <p:extLst>
      <p:ext uri="{BB962C8B-B14F-4D97-AF65-F5344CB8AC3E}">
        <p14:creationId xmlns:p14="http://schemas.microsoft.com/office/powerpoint/2010/main" val="21495146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BF49D-F56D-EF48-9143-CF64DD1EA4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766581-48A9-9642-8A3E-7290FFCADB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slide.url=https://www.polleverywhere.com/multiple_choice_polls/UwImTqCIMQ5i1QnVt7vtc?display_state=instructions&amp;activity_state=opened&amp;state=opened&amp;flow=Engagement&amp;onscreen=persist">
            <a:extLst>
              <a:ext uri="{FF2B5EF4-FFF2-40B4-BE49-F238E27FC236}">
                <a16:creationId xmlns:a16="http://schemas.microsoft.com/office/drawing/2014/main" id="{A2C5444A-1623-FB4D-9EDD-076D0A6C015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63500"/>
            <a:ext cx="9017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6850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EA1E3-0C41-E44D-89E9-50F22D9019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7A7FA1-1FC2-6140-B114-E99A04282B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slide.url=https://www.polleverywhere.com/multiple_choice_polls/UwImTqCIMQ5i1QnVt7vtc?display_state=chart&amp;activity_state=opened&amp;state=opened&amp;flow=Engagement&amp;onscreen=persist">
            <a:extLst>
              <a:ext uri="{FF2B5EF4-FFF2-40B4-BE49-F238E27FC236}">
                <a16:creationId xmlns:a16="http://schemas.microsoft.com/office/drawing/2014/main" id="{3B65BB3A-5D35-CF4F-B7C0-EDDBB1CE85F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63500"/>
            <a:ext cx="9017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5116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734A6-1A84-8D4A-85E0-0A12C444CB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84045C-A258-504B-8B05-EE59245D95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slide.url=https://www.polleverywhere.com/multiple_choice_polls/UwImTqCIMQ5i1QnVt7vtc?display_state=chart&amp;activity_state=closed&amp;state=closed&amp;flow=Engagement&amp;onscreen=persist">
            <a:extLst>
              <a:ext uri="{FF2B5EF4-FFF2-40B4-BE49-F238E27FC236}">
                <a16:creationId xmlns:a16="http://schemas.microsoft.com/office/drawing/2014/main" id="{177840AD-372A-4C4C-A9CA-00C2982BC70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63500"/>
            <a:ext cx="9017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5127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C7393-276E-6C4D-8C54-4C952B260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Public service announcement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F34A6-9D97-1146-8306-73AAB2258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How do you store your files/data/school work/etc.? 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US" dirty="0"/>
              <a:t>On my computer 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US" dirty="0"/>
              <a:t>On an external hard drive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US" dirty="0"/>
              <a:t>On a cloud service (Dropbox, iCloud, </a:t>
            </a:r>
            <a:r>
              <a:rPr lang="en-US" dirty="0" err="1"/>
              <a:t>GDrive</a:t>
            </a:r>
            <a:r>
              <a:rPr lang="en-US" dirty="0"/>
              <a:t>, Box, etc.)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US" dirty="0"/>
              <a:t>Something else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US" dirty="0"/>
              <a:t>I DESTROY ALL THE EVIDENCE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6391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Learning objectives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Calculate </a:t>
            </a:r>
            <a:r>
              <a:rPr lang="en-US" sz="2800" b="1" dirty="0">
                <a:solidFill>
                  <a:srgbClr val="0070C0"/>
                </a:solidFill>
              </a:rPr>
              <a:t>consumer</a:t>
            </a:r>
            <a:r>
              <a:rPr lang="en-US" sz="2800" dirty="0">
                <a:solidFill>
                  <a:srgbClr val="0070C0"/>
                </a:solidFill>
              </a:rPr>
              <a:t> </a:t>
            </a:r>
            <a:r>
              <a:rPr lang="en-US" sz="2800" dirty="0"/>
              <a:t>and </a:t>
            </a:r>
            <a:r>
              <a:rPr lang="en-US" sz="2800" b="1" dirty="0">
                <a:solidFill>
                  <a:srgbClr val="0070C0"/>
                </a:solidFill>
              </a:rPr>
              <a:t>producer surplus </a:t>
            </a:r>
          </a:p>
          <a:p>
            <a:r>
              <a:rPr lang="en-US" sz="2800" dirty="0"/>
              <a:t>Define and identify </a:t>
            </a:r>
            <a:r>
              <a:rPr lang="en-US" sz="2800" b="1" dirty="0">
                <a:solidFill>
                  <a:srgbClr val="0070C0"/>
                </a:solidFill>
              </a:rPr>
              <a:t>deadweight loss </a:t>
            </a:r>
            <a:endParaRPr lang="en-US" sz="2800" b="1" dirty="0"/>
          </a:p>
          <a:p>
            <a:r>
              <a:rPr lang="en-US" sz="2800" dirty="0"/>
              <a:t>When markets lead to </a:t>
            </a:r>
            <a:r>
              <a:rPr lang="en-US" sz="2800" b="1" dirty="0">
                <a:solidFill>
                  <a:srgbClr val="0070C0"/>
                </a:solidFill>
              </a:rPr>
              <a:t>efficiency</a:t>
            </a:r>
          </a:p>
          <a:p>
            <a:r>
              <a:rPr lang="en-US" sz="2800" dirty="0"/>
              <a:t>Types of </a:t>
            </a:r>
            <a:r>
              <a:rPr lang="en-US" sz="2800" b="1" dirty="0">
                <a:solidFill>
                  <a:srgbClr val="0070C0"/>
                </a:solidFill>
              </a:rPr>
              <a:t>market failures</a:t>
            </a:r>
          </a:p>
        </p:txBody>
      </p:sp>
    </p:spTree>
    <p:extLst>
      <p:ext uri="{BB962C8B-B14F-4D97-AF65-F5344CB8AC3E}">
        <p14:creationId xmlns:p14="http://schemas.microsoft.com/office/powerpoint/2010/main" val="38817262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>
            <a:cxnSpLocks noChangeShapeType="1"/>
          </p:cNvCxnSpPr>
          <p:nvPr/>
        </p:nvCxnSpPr>
        <p:spPr bwMode="auto">
          <a:xfrm>
            <a:off x="3429000" y="5943600"/>
            <a:ext cx="2834640" cy="0"/>
          </a:xfrm>
          <a:prstGeom prst="line">
            <a:avLst/>
          </a:prstGeom>
          <a:noFill/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30" name="Parallelogram 29"/>
          <p:cNvSpPr/>
          <p:nvPr/>
        </p:nvSpPr>
        <p:spPr>
          <a:xfrm>
            <a:off x="6096000" y="5717862"/>
            <a:ext cx="1676400" cy="378138"/>
          </a:xfrm>
          <a:prstGeom prst="parallelogram">
            <a:avLst>
              <a:gd name="adj" fmla="val 81594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524000" y="0"/>
            <a:ext cx="9144000" cy="914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/>
          <p:cNvCxnSpPr>
            <a:cxnSpLocks noChangeShapeType="1"/>
          </p:cNvCxnSpPr>
          <p:nvPr/>
        </p:nvCxnSpPr>
        <p:spPr bwMode="auto">
          <a:xfrm>
            <a:off x="3505200" y="3962400"/>
            <a:ext cx="2743200" cy="0"/>
          </a:xfrm>
          <a:prstGeom prst="line">
            <a:avLst/>
          </a:prstGeom>
          <a:noFill/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9" name="Straight Connector 8"/>
          <p:cNvCxnSpPr>
            <a:cxnSpLocks noChangeShapeType="1"/>
          </p:cNvCxnSpPr>
          <p:nvPr/>
        </p:nvCxnSpPr>
        <p:spPr bwMode="auto">
          <a:xfrm>
            <a:off x="3429000" y="1600200"/>
            <a:ext cx="2834640" cy="0"/>
          </a:xfrm>
          <a:prstGeom prst="line">
            <a:avLst/>
          </a:prstGeom>
          <a:noFill/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11" name="Down Arrow 10"/>
          <p:cNvSpPr/>
          <p:nvPr/>
        </p:nvSpPr>
        <p:spPr bwMode="auto">
          <a:xfrm>
            <a:off x="3962400" y="3962400"/>
            <a:ext cx="1219200" cy="1981200"/>
          </a:xfrm>
          <a:prstGeom prst="downArrow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vert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600" dirty="0">
                <a:solidFill>
                  <a:prstClr val="black"/>
                </a:solidFill>
                <a:latin typeface="Times" charset="0"/>
              </a:rPr>
              <a:t>     </a:t>
            </a:r>
            <a:endParaRPr lang="en-US" sz="36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12" name="Down Arrow 11"/>
          <p:cNvSpPr/>
          <p:nvPr/>
        </p:nvSpPr>
        <p:spPr bwMode="auto">
          <a:xfrm flipV="1">
            <a:off x="3962400" y="1600200"/>
            <a:ext cx="1219200" cy="2362200"/>
          </a:xfrm>
          <a:prstGeom prst="downArrow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vert27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dirty="0">
                <a:solidFill>
                  <a:prstClr val="black"/>
                </a:solidFill>
                <a:latin typeface="Times" charset="0"/>
              </a:rPr>
              <a:t>            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 dirty="0">
              <a:solidFill>
                <a:prstClr val="black"/>
              </a:solidFill>
              <a:latin typeface="Times" charset="0"/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828800" y="1600200"/>
            <a:ext cx="1981200" cy="23622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solidFill>
                <a:prstClr val="black"/>
              </a:solidFill>
              <a:latin typeface="Open Sans Condensed" charset="0"/>
              <a:ea typeface="Open Sans Condensed" charset="0"/>
              <a:cs typeface="Open Sans Condensed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solidFill>
                <a:prstClr val="black"/>
              </a:solidFill>
              <a:latin typeface="Open Sans Condensed" charset="0"/>
              <a:ea typeface="Open Sans Condensed" charset="0"/>
              <a:cs typeface="Open Sans Condensed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5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 Condensed" charset="0"/>
                <a:ea typeface="Open Sans Condensed" charset="0"/>
                <a:cs typeface="Open Sans Condensed" charset="0"/>
              </a:rPr>
              <a:t>CONSUMER</a:t>
            </a:r>
            <a:br>
              <a:rPr lang="en-US" altLang="en-US" sz="25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 Condensed" charset="0"/>
                <a:ea typeface="Open Sans Condensed" charset="0"/>
                <a:cs typeface="Open Sans Condensed" charset="0"/>
              </a:rPr>
            </a:br>
            <a:r>
              <a:rPr lang="en-US" altLang="en-US" sz="25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 Condensed" charset="0"/>
                <a:ea typeface="Open Sans Condensed" charset="0"/>
                <a:cs typeface="Open Sans Condensed" charset="0"/>
              </a:rPr>
              <a:t>SURPLUS</a:t>
            </a:r>
          </a:p>
        </p:txBody>
      </p:sp>
      <p:sp>
        <p:nvSpPr>
          <p:cNvPr id="16" name="Rectangle 15"/>
          <p:cNvSpPr/>
          <p:nvPr/>
        </p:nvSpPr>
        <p:spPr bwMode="auto">
          <a:xfrm>
            <a:off x="1828800" y="3962400"/>
            <a:ext cx="1981200" cy="1981200"/>
          </a:xfrm>
          <a:prstGeom prst="rect">
            <a:avLst/>
          </a:prstGeom>
          <a:solidFill>
            <a:srgbClr val="008080"/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4400" b="1" dirty="0">
              <a:solidFill>
                <a:prstClr val="black"/>
              </a:solidFill>
              <a:latin typeface="Open Sans Condensed" charset="0"/>
              <a:ea typeface="Open Sans Condensed" charset="0"/>
              <a:cs typeface="Open Sans Condensed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500" b="1" dirty="0">
                <a:solidFill>
                  <a:schemeClr val="bg1"/>
                </a:solidFill>
                <a:latin typeface="Open Sans Condensed" charset="0"/>
                <a:ea typeface="Open Sans Condensed" charset="0"/>
                <a:cs typeface="Open Sans Condensed" charset="0"/>
              </a:rPr>
              <a:t>PRODUCER</a:t>
            </a:r>
            <a:br>
              <a:rPr lang="en-US" sz="2500" b="1" dirty="0">
                <a:solidFill>
                  <a:schemeClr val="bg1"/>
                </a:solidFill>
                <a:latin typeface="Open Sans Condensed" charset="0"/>
                <a:ea typeface="Open Sans Condensed" charset="0"/>
                <a:cs typeface="Open Sans Condensed" charset="0"/>
              </a:rPr>
            </a:br>
            <a:r>
              <a:rPr lang="en-US" sz="2500" b="1" dirty="0">
                <a:solidFill>
                  <a:schemeClr val="bg1"/>
                </a:solidFill>
                <a:latin typeface="Open Sans Condensed" charset="0"/>
                <a:ea typeface="Open Sans Condensed" charset="0"/>
                <a:cs typeface="Open Sans Condensed" charset="0"/>
              </a:rPr>
              <a:t>SURPLUS</a:t>
            </a:r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4267200" y="2133600"/>
            <a:ext cx="609600" cy="3352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200" dirty="0">
                <a:solidFill>
                  <a:schemeClr val="bg1"/>
                </a:solidFill>
                <a:latin typeface="Arial" charset="0"/>
                <a:cs typeface="Arial" charset="0"/>
              </a:rPr>
              <a:t>$</a:t>
            </a:r>
          </a:p>
          <a:p>
            <a:r>
              <a:rPr lang="en-US" altLang="en-US" sz="2200" dirty="0">
                <a:solidFill>
                  <a:schemeClr val="bg1"/>
                </a:solidFill>
                <a:latin typeface="Arial" charset="0"/>
                <a:cs typeface="Arial" charset="0"/>
              </a:rPr>
              <a:t>$</a:t>
            </a:r>
          </a:p>
          <a:p>
            <a:r>
              <a:rPr lang="en-US" altLang="en-US" sz="2200" dirty="0">
                <a:solidFill>
                  <a:schemeClr val="bg1"/>
                </a:solidFill>
                <a:latin typeface="Arial" charset="0"/>
                <a:cs typeface="Arial" charset="0"/>
              </a:rPr>
              <a:t>$</a:t>
            </a:r>
          </a:p>
          <a:p>
            <a:r>
              <a:rPr lang="en-US" altLang="en-US" sz="2200" dirty="0">
                <a:solidFill>
                  <a:schemeClr val="bg1"/>
                </a:solidFill>
                <a:latin typeface="Arial" charset="0"/>
                <a:cs typeface="Arial" charset="0"/>
              </a:rPr>
              <a:t>$</a:t>
            </a:r>
          </a:p>
          <a:p>
            <a:r>
              <a:rPr lang="en-US" altLang="en-US" sz="2200" dirty="0">
                <a:solidFill>
                  <a:schemeClr val="bg1"/>
                </a:solidFill>
                <a:latin typeface="Arial" charset="0"/>
                <a:cs typeface="Arial" charset="0"/>
              </a:rPr>
              <a:t>$</a:t>
            </a:r>
          </a:p>
          <a:p>
            <a:r>
              <a:rPr lang="en-US" altLang="en-US" sz="2200" dirty="0">
                <a:solidFill>
                  <a:schemeClr val="bg1"/>
                </a:solidFill>
                <a:latin typeface="Arial" charset="0"/>
                <a:cs typeface="Arial" charset="0"/>
              </a:rPr>
              <a:t>$</a:t>
            </a:r>
          </a:p>
          <a:p>
            <a:r>
              <a:rPr lang="en-US" altLang="en-US" sz="2200" dirty="0">
                <a:solidFill>
                  <a:schemeClr val="bg1"/>
                </a:solidFill>
                <a:latin typeface="Arial" charset="0"/>
                <a:cs typeface="Arial" charset="0"/>
              </a:rPr>
              <a:t>$</a:t>
            </a:r>
          </a:p>
          <a:p>
            <a:r>
              <a:rPr lang="en-US" altLang="en-US" sz="2200" dirty="0">
                <a:solidFill>
                  <a:schemeClr val="bg1"/>
                </a:solidFill>
                <a:latin typeface="Arial" charset="0"/>
                <a:cs typeface="Arial" charset="0"/>
              </a:rPr>
              <a:t>$</a:t>
            </a:r>
          </a:p>
          <a:p>
            <a:pPr>
              <a:buFont typeface="Arial" charset="0"/>
              <a:buChar char="•"/>
            </a:pPr>
            <a:endParaRPr lang="en-US" altLang="en-US" sz="2800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21" name="Content Placeholder 2"/>
          <p:cNvSpPr txBox="1">
            <a:spLocks/>
          </p:cNvSpPr>
          <p:nvPr/>
        </p:nvSpPr>
        <p:spPr>
          <a:xfrm>
            <a:off x="3467100" y="152400"/>
            <a:ext cx="2857500" cy="8382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en-US" sz="3700" b="1" dirty="0">
                <a:solidFill>
                  <a:schemeClr val="bg1"/>
                </a:solidFill>
                <a:latin typeface="Open Sans" charset="0"/>
                <a:ea typeface="Open Sans" charset="0"/>
                <a:cs typeface="Open Sans" charset="0"/>
              </a:rPr>
              <a:t>CONSUMER  </a:t>
            </a:r>
          </a:p>
          <a:p>
            <a:pPr algn="l"/>
            <a:r>
              <a:rPr lang="en-US" altLang="en-US" sz="3300" b="1" dirty="0">
                <a:solidFill>
                  <a:schemeClr val="bg1"/>
                </a:solidFill>
                <a:latin typeface="Open Sans" charset="0"/>
                <a:ea typeface="Open Sans" charset="0"/>
                <a:cs typeface="Open Sans" charset="0"/>
              </a:rPr>
              <a:t>&amp; PRODUCER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191000" y="990600"/>
            <a:ext cx="6477000" cy="5896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Buyer’s maximum willingness to pay (WTP)</a:t>
            </a:r>
          </a:p>
          <a:p>
            <a:pPr>
              <a:buFont typeface="Arial" charset="0"/>
              <a:buChar char="•"/>
            </a:pPr>
            <a:endParaRPr lang="en-US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Open Sans" charset="0"/>
              <a:ea typeface="Open Sans" charset="0"/>
              <a:cs typeface="Open Sans" charset="0"/>
            </a:endParaRPr>
          </a:p>
        </p:txBody>
      </p:sp>
      <p:sp>
        <p:nvSpPr>
          <p:cNvPr id="23" name="Content Placeholder 2"/>
          <p:cNvSpPr txBox="1">
            <a:spLocks/>
          </p:cNvSpPr>
          <p:nvPr/>
        </p:nvSpPr>
        <p:spPr>
          <a:xfrm>
            <a:off x="5257800" y="-76200"/>
            <a:ext cx="3810000" cy="838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6600" b="1" dirty="0">
                <a:solidFill>
                  <a:schemeClr val="bg1">
                    <a:lumMod val="95000"/>
                  </a:schemeClr>
                </a:solidFill>
                <a:latin typeface="Open Sans Condensed" charset="0"/>
                <a:ea typeface="Open Sans Condensed" charset="0"/>
                <a:cs typeface="Open Sans Condensed" charset="0"/>
              </a:rPr>
              <a:t>SURPLUS</a:t>
            </a: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4191001" y="6057900"/>
            <a:ext cx="6210869" cy="4191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Seller’s minimum willingness to sell (WTS)</a:t>
            </a:r>
            <a:endParaRPr lang="en-US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</a:endParaRPr>
          </a:p>
        </p:txBody>
      </p:sp>
      <p:sp>
        <p:nvSpPr>
          <p:cNvPr id="25" name="Content Placeholder 2"/>
          <p:cNvSpPr txBox="1">
            <a:spLocks/>
          </p:cNvSpPr>
          <p:nvPr/>
        </p:nvSpPr>
        <p:spPr>
          <a:xfrm>
            <a:off x="4953000" y="2656214"/>
            <a:ext cx="5943600" cy="10013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Consumer surplus (WTP – Price) = $2,800</a:t>
            </a:r>
          </a:p>
        </p:txBody>
      </p:sp>
      <p:sp>
        <p:nvSpPr>
          <p:cNvPr id="27" name="Content Placeholder 2"/>
          <p:cNvSpPr txBox="1">
            <a:spLocks/>
          </p:cNvSpPr>
          <p:nvPr/>
        </p:nvSpPr>
        <p:spPr>
          <a:xfrm>
            <a:off x="4953000" y="4495800"/>
            <a:ext cx="6268030" cy="626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Producer surplus (Price – WTS) = $2,200</a:t>
            </a:r>
          </a:p>
        </p:txBody>
      </p:sp>
      <p:sp>
        <p:nvSpPr>
          <p:cNvPr id="28" name="Content Placeholder 2"/>
          <p:cNvSpPr txBox="1">
            <a:spLocks/>
          </p:cNvSpPr>
          <p:nvPr/>
        </p:nvSpPr>
        <p:spPr>
          <a:xfrm>
            <a:off x="6324600" y="5717863"/>
            <a:ext cx="4343400" cy="40914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en-US" sz="2200" dirty="0">
                <a:solidFill>
                  <a:schemeClr val="bg1"/>
                </a:solidFill>
                <a:latin typeface="Open Sans" charset="0"/>
                <a:ea typeface="Open Sans" charset="0"/>
                <a:cs typeface="Open Sans" charset="0"/>
              </a:rPr>
              <a:t>$15,000</a:t>
            </a:r>
          </a:p>
          <a:p>
            <a:pPr>
              <a:buFont typeface="Arial" charset="0"/>
              <a:buChar char="•"/>
            </a:pPr>
            <a:endParaRPr lang="en-US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Open Sans" charset="0"/>
              <a:ea typeface="Open Sans" charset="0"/>
              <a:cs typeface="Open Sans" charset="0"/>
            </a:endParaRPr>
          </a:p>
        </p:txBody>
      </p:sp>
      <p:sp>
        <p:nvSpPr>
          <p:cNvPr id="3" name="Parallelogram 2"/>
          <p:cNvSpPr/>
          <p:nvPr/>
        </p:nvSpPr>
        <p:spPr>
          <a:xfrm>
            <a:off x="6096000" y="1447800"/>
            <a:ext cx="1676400" cy="378138"/>
          </a:xfrm>
          <a:prstGeom prst="parallelogram">
            <a:avLst>
              <a:gd name="adj" fmla="val 81594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ontent Placeholder 2"/>
          <p:cNvSpPr txBox="1">
            <a:spLocks/>
          </p:cNvSpPr>
          <p:nvPr/>
        </p:nvSpPr>
        <p:spPr>
          <a:xfrm>
            <a:off x="6324601" y="1447801"/>
            <a:ext cx="4343400" cy="40914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en-US" sz="2200" dirty="0">
                <a:solidFill>
                  <a:schemeClr val="bg1"/>
                </a:solidFill>
                <a:latin typeface="Open Sans" charset="0"/>
                <a:ea typeface="Open Sans" charset="0"/>
                <a:cs typeface="Open Sans" charset="0"/>
              </a:rPr>
              <a:t>$20,000</a:t>
            </a:r>
          </a:p>
          <a:p>
            <a:pPr>
              <a:buFont typeface="Arial" charset="0"/>
              <a:buChar char="•"/>
            </a:pPr>
            <a:endParaRPr lang="en-US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Open Sans" charset="0"/>
              <a:ea typeface="Open Sans" charset="0"/>
              <a:cs typeface="Open Sans" charset="0"/>
            </a:endParaRPr>
          </a:p>
        </p:txBody>
      </p:sp>
      <p:sp>
        <p:nvSpPr>
          <p:cNvPr id="29" name="Parallelogram 28"/>
          <p:cNvSpPr/>
          <p:nvPr/>
        </p:nvSpPr>
        <p:spPr>
          <a:xfrm>
            <a:off x="6019800" y="3682054"/>
            <a:ext cx="4382070" cy="504398"/>
          </a:xfrm>
          <a:prstGeom prst="parallelogram">
            <a:avLst>
              <a:gd name="adj" fmla="val 81594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ontent Placeholder 2"/>
          <p:cNvSpPr txBox="1">
            <a:spLocks/>
          </p:cNvSpPr>
          <p:nvPr/>
        </p:nvSpPr>
        <p:spPr>
          <a:xfrm>
            <a:off x="6324601" y="3686602"/>
            <a:ext cx="4896429" cy="6567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en-US" sz="2200" dirty="0">
                <a:solidFill>
                  <a:schemeClr val="bg1"/>
                </a:solidFill>
                <a:latin typeface="Open Sans" charset="0"/>
                <a:ea typeface="Open Sans" charset="0"/>
                <a:cs typeface="Open Sans" charset="0"/>
              </a:rPr>
              <a:t>Negotiated price = $17,200</a:t>
            </a:r>
          </a:p>
          <a:p>
            <a:pPr>
              <a:buFont typeface="Arial" charset="0"/>
              <a:buChar char="•"/>
            </a:pPr>
            <a:endParaRPr lang="en-US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Open Sans" charset="0"/>
              <a:ea typeface="Open Sans" charset="0"/>
              <a:cs typeface="Open Sans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144000" y="6553200"/>
            <a:ext cx="8171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Century Gothic" panose="020B0502020202020204" pitchFamily="34" charset="0"/>
              </a:rPr>
              <a:t>SLIDE </a:t>
            </a:r>
            <a:fld id="{6FD6B7A6-E1EC-4D2B-BE3B-190BA12621E0}" type="slidenum">
              <a:rPr lang="en-US" sz="110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20</a:t>
            </a:fld>
            <a:endParaRPr lang="en-US" sz="11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1323040"/>
      </p:ext>
    </p:extLst>
  </p:cSld>
  <p:clrMapOvr>
    <a:masterClrMapping/>
  </p:clrMapOvr>
  <p:transition spd="slow">
    <p:fade thruBlk="1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ound Diagonal Corner Rectangle 52"/>
          <p:cNvSpPr/>
          <p:nvPr/>
        </p:nvSpPr>
        <p:spPr>
          <a:xfrm>
            <a:off x="1676400" y="152400"/>
            <a:ext cx="6858000" cy="6096000"/>
          </a:xfrm>
          <a:prstGeom prst="round2DiagRect">
            <a:avLst>
              <a:gd name="adj1" fmla="val 6583"/>
              <a:gd name="adj2" fmla="val 0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ound Diagonal Corner Rectangle 53"/>
          <p:cNvSpPr/>
          <p:nvPr/>
        </p:nvSpPr>
        <p:spPr>
          <a:xfrm>
            <a:off x="1676400" y="152400"/>
            <a:ext cx="6858000" cy="718070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008080"/>
          </a:solidFill>
          <a:ln>
            <a:solidFill>
              <a:srgbClr val="0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8" name="TextBox 57"/>
          <p:cNvSpPr txBox="1"/>
          <p:nvPr/>
        </p:nvSpPr>
        <p:spPr>
          <a:xfrm>
            <a:off x="1666082" y="211353"/>
            <a:ext cx="678021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300" b="1" dirty="0">
                <a:solidFill>
                  <a:schemeClr val="bg1"/>
                </a:solidFill>
                <a:latin typeface="Open Sans Condensed" charset="0"/>
                <a:ea typeface="Open Sans Condensed" charset="0"/>
                <a:cs typeface="Open Sans Condensed" charset="0"/>
              </a:rPr>
              <a:t>INDIVIDUAL CONSUMER SURPLUS</a:t>
            </a:r>
            <a:endParaRPr lang="en-US" sz="2800" b="1" dirty="0">
              <a:solidFill>
                <a:schemeClr val="bg1"/>
              </a:solidFill>
              <a:latin typeface="Open Sans Condensed" charset="0"/>
              <a:ea typeface="Open Sans Condensed" charset="0"/>
              <a:cs typeface="Open Sans Condensed" charset="0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3962400" y="1066801"/>
            <a:ext cx="1828800" cy="1066799"/>
          </a:xfrm>
          <a:prstGeom prst="roundRect">
            <a:avLst>
              <a:gd name="adj" fmla="val 9475"/>
            </a:avLst>
          </a:prstGeom>
          <a:solidFill>
            <a:srgbClr val="009999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ct val="50000"/>
              </a:spcBef>
            </a:pPr>
            <a:r>
              <a:rPr lang="en-US" altLang="en-US" sz="2000" dirty="0">
                <a:solidFill>
                  <a:schemeClr val="bg1">
                    <a:lumMod val="9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Consumer A is willing to pay $11...</a:t>
            </a:r>
            <a:endParaRPr lang="en-US" altLang="en-US" sz="2000" i="1" baseline="-25000" dirty="0">
              <a:solidFill>
                <a:schemeClr val="bg1">
                  <a:lumMod val="95000"/>
                </a:schemeClr>
              </a:solidFill>
              <a:latin typeface="Open Sans" charset="0"/>
              <a:ea typeface="Open Sans" charset="0"/>
              <a:cs typeface="Open Sans" charset="0"/>
            </a:endParaRPr>
          </a:p>
        </p:txBody>
      </p:sp>
      <p:sp>
        <p:nvSpPr>
          <p:cNvPr id="102" name="Rectangle 6"/>
          <p:cNvSpPr>
            <a:spLocks noChangeArrowheads="1"/>
          </p:cNvSpPr>
          <p:nvPr/>
        </p:nvSpPr>
        <p:spPr bwMode="auto">
          <a:xfrm>
            <a:off x="2451101" y="2484437"/>
            <a:ext cx="603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06" name="Rectangle 7"/>
          <p:cNvSpPr>
            <a:spLocks noChangeArrowheads="1"/>
          </p:cNvSpPr>
          <p:nvPr/>
        </p:nvSpPr>
        <p:spPr bwMode="auto">
          <a:xfrm>
            <a:off x="2408058" y="3352800"/>
            <a:ext cx="182742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6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07" name="Rectangle 8"/>
          <p:cNvSpPr>
            <a:spLocks noChangeArrowheads="1"/>
          </p:cNvSpPr>
          <p:nvPr/>
        </p:nvSpPr>
        <p:spPr bwMode="auto">
          <a:xfrm>
            <a:off x="2451101" y="3101976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09" name="Rectangle 10"/>
          <p:cNvSpPr>
            <a:spLocks noChangeArrowheads="1"/>
          </p:cNvSpPr>
          <p:nvPr/>
        </p:nvSpPr>
        <p:spPr bwMode="auto">
          <a:xfrm>
            <a:off x="2451101" y="3719512"/>
            <a:ext cx="603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11" name="Rectangle 12"/>
          <p:cNvSpPr>
            <a:spLocks noChangeArrowheads="1"/>
          </p:cNvSpPr>
          <p:nvPr/>
        </p:nvSpPr>
        <p:spPr bwMode="auto">
          <a:xfrm>
            <a:off x="2451101" y="4359276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13" name="Rectangle 14"/>
          <p:cNvSpPr>
            <a:spLocks noChangeArrowheads="1"/>
          </p:cNvSpPr>
          <p:nvPr/>
        </p:nvSpPr>
        <p:spPr bwMode="auto">
          <a:xfrm>
            <a:off x="2544762" y="5605462"/>
            <a:ext cx="122238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0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14" name="Rectangle 15"/>
          <p:cNvSpPr>
            <a:spLocks noChangeArrowheads="1"/>
          </p:cNvSpPr>
          <p:nvPr/>
        </p:nvSpPr>
        <p:spPr bwMode="auto">
          <a:xfrm>
            <a:off x="2747962" y="5715001"/>
            <a:ext cx="235743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    </a:t>
            </a:r>
            <a:r>
              <a:rPr lang="en-US" b="1" dirty="0">
                <a:solidFill>
                  <a:srgbClr val="1F1A17"/>
                </a:solidFill>
                <a:latin typeface="Arial" pitchFamily="34" charset="0"/>
              </a:rPr>
              <a:t>1</a:t>
            </a:r>
            <a:r>
              <a:rPr lang="en-US" sz="300" b="1" dirty="0">
                <a:solidFill>
                  <a:srgbClr val="1F1A17"/>
                </a:solidFill>
                <a:latin typeface="Arial" pitchFamily="34" charset="0"/>
              </a:rPr>
              <a:t>                 </a:t>
            </a:r>
            <a:r>
              <a:rPr lang="en-US" b="1" dirty="0">
                <a:solidFill>
                  <a:srgbClr val="1F1A17"/>
                </a:solidFill>
                <a:latin typeface="Arial" pitchFamily="34" charset="0"/>
              </a:rPr>
              <a:t>2</a:t>
            </a:r>
            <a:r>
              <a:rPr lang="en-US" sz="300" b="1" dirty="0">
                <a:solidFill>
                  <a:srgbClr val="1F1A17"/>
                </a:solidFill>
                <a:latin typeface="Arial" pitchFamily="34" charset="0"/>
              </a:rPr>
              <a:t>                   </a:t>
            </a: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3</a:t>
            </a:r>
            <a:r>
              <a:rPr lang="en-US" sz="300" b="1" dirty="0">
                <a:solidFill>
                  <a:srgbClr val="1F1A17"/>
                </a:solidFill>
                <a:latin typeface="Arial" pitchFamily="34" charset="0"/>
              </a:rPr>
              <a:t> </a:t>
            </a: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   4</a:t>
            </a:r>
            <a:r>
              <a:rPr lang="en-US" sz="300" b="1" dirty="0">
                <a:solidFill>
                  <a:srgbClr val="1F1A17"/>
                </a:solidFill>
                <a:latin typeface="Arial" pitchFamily="34" charset="0"/>
              </a:rPr>
              <a:t>  </a:t>
            </a: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   5</a:t>
            </a:r>
            <a:r>
              <a:rPr lang="en-US" sz="300" b="1" dirty="0">
                <a:solidFill>
                  <a:srgbClr val="1F1A17"/>
                </a:solidFill>
                <a:latin typeface="Arial" pitchFamily="34" charset="0"/>
              </a:rPr>
              <a:t>  </a:t>
            </a: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   6                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15" name="Rectangle 16"/>
          <p:cNvSpPr>
            <a:spLocks noChangeArrowheads="1"/>
          </p:cNvSpPr>
          <p:nvPr/>
        </p:nvSpPr>
        <p:spPr bwMode="auto">
          <a:xfrm>
            <a:off x="7669212" y="5410201"/>
            <a:ext cx="179536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b="1" i="1" dirty="0">
                <a:solidFill>
                  <a:srgbClr val="1F1A17"/>
                </a:solidFill>
                <a:latin typeface="Arial" pitchFamily="34" charset="0"/>
              </a:rPr>
              <a:t>Q</a:t>
            </a:r>
            <a:endParaRPr lang="en-US" sz="2800" i="1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20" name="Line 23"/>
          <p:cNvSpPr>
            <a:spLocks noChangeShapeType="1"/>
          </p:cNvSpPr>
          <p:nvPr/>
        </p:nvSpPr>
        <p:spPr bwMode="auto">
          <a:xfrm>
            <a:off x="2619217" y="3503614"/>
            <a:ext cx="128587" cy="1587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5" name="Line 28"/>
          <p:cNvSpPr>
            <a:spLocks noChangeShapeType="1"/>
          </p:cNvSpPr>
          <p:nvPr/>
        </p:nvSpPr>
        <p:spPr bwMode="auto">
          <a:xfrm>
            <a:off x="4033006" y="5562601"/>
            <a:ext cx="1588" cy="128587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" name="Line 34"/>
          <p:cNvSpPr>
            <a:spLocks noChangeShapeType="1"/>
          </p:cNvSpPr>
          <p:nvPr/>
        </p:nvSpPr>
        <p:spPr bwMode="auto">
          <a:xfrm>
            <a:off x="4648201" y="5557837"/>
            <a:ext cx="1587" cy="128588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" name="Text Box 37"/>
          <p:cNvSpPr txBox="1">
            <a:spLocks noChangeArrowheads="1"/>
          </p:cNvSpPr>
          <p:nvPr/>
        </p:nvSpPr>
        <p:spPr bwMode="auto">
          <a:xfrm>
            <a:off x="2335212" y="1295401"/>
            <a:ext cx="533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Times" pitchFamily="18" charset="0"/>
              <a:buChar char="•"/>
              <a:defRPr sz="40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w"/>
              <a:defRPr sz="2400"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Font typeface="Times" pitchFamily="18" charset="0"/>
              <a:buChar char="•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i="1" dirty="0"/>
              <a:t>P</a:t>
            </a:r>
          </a:p>
        </p:txBody>
      </p:sp>
      <p:sp>
        <p:nvSpPr>
          <p:cNvPr id="59" name="Text Box 11"/>
          <p:cNvSpPr txBox="1">
            <a:spLocks noChangeArrowheads="1"/>
          </p:cNvSpPr>
          <p:nvPr/>
        </p:nvSpPr>
        <p:spPr bwMode="auto">
          <a:xfrm>
            <a:off x="6407150" y="1504950"/>
            <a:ext cx="450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i="1" dirty="0">
                <a:solidFill>
                  <a:srgbClr val="0070C0"/>
                </a:solidFill>
                <a:latin typeface="Arial" charset="0"/>
              </a:rPr>
              <a:t>S</a:t>
            </a:r>
            <a:r>
              <a:rPr lang="en-US" altLang="en-US" sz="2000" b="1" baseline="-25000" dirty="0">
                <a:solidFill>
                  <a:srgbClr val="0070C0"/>
                </a:solidFill>
                <a:latin typeface="Arial" charset="0"/>
              </a:rPr>
              <a:t>0</a:t>
            </a:r>
          </a:p>
        </p:txBody>
      </p:sp>
      <p:sp>
        <p:nvSpPr>
          <p:cNvPr id="61" name="Text Box 12"/>
          <p:cNvSpPr txBox="1">
            <a:spLocks noChangeArrowheads="1"/>
          </p:cNvSpPr>
          <p:nvPr/>
        </p:nvSpPr>
        <p:spPr bwMode="auto">
          <a:xfrm>
            <a:off x="6545264" y="5010150"/>
            <a:ext cx="4651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i="1" dirty="0">
                <a:solidFill>
                  <a:srgbClr val="FF0000"/>
                </a:solidFill>
                <a:latin typeface="Arial" charset="0"/>
              </a:rPr>
              <a:t>D</a:t>
            </a:r>
            <a:r>
              <a:rPr lang="en-US" altLang="en-US" sz="2000" b="1" baseline="-25000" dirty="0">
                <a:solidFill>
                  <a:srgbClr val="FF0000"/>
                </a:solidFill>
                <a:latin typeface="Arial" charset="0"/>
              </a:rPr>
              <a:t>0</a:t>
            </a:r>
          </a:p>
        </p:txBody>
      </p:sp>
      <p:sp>
        <p:nvSpPr>
          <p:cNvPr id="64" name="Line 13"/>
          <p:cNvSpPr>
            <a:spLocks noChangeShapeType="1"/>
          </p:cNvSpPr>
          <p:nvPr/>
        </p:nvSpPr>
        <p:spPr bwMode="auto">
          <a:xfrm flipH="1">
            <a:off x="2747962" y="3505200"/>
            <a:ext cx="1981200" cy="0"/>
          </a:xfrm>
          <a:prstGeom prst="line">
            <a:avLst/>
          </a:prstGeom>
          <a:noFill/>
          <a:ln w="22225">
            <a:solidFill>
              <a:schemeClr val="tx1">
                <a:lumMod val="50000"/>
                <a:lumOff val="50000"/>
              </a:scheme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latin typeface="Calibri" pitchFamily="34" charset="0"/>
              <a:cs typeface="Arial" charset="0"/>
            </a:endParaRPr>
          </a:p>
        </p:txBody>
      </p:sp>
      <p:cxnSp>
        <p:nvCxnSpPr>
          <p:cNvPr id="66" name="Straight Connector 34"/>
          <p:cNvCxnSpPr>
            <a:cxnSpLocks noChangeShapeType="1"/>
          </p:cNvCxnSpPr>
          <p:nvPr/>
        </p:nvCxnSpPr>
        <p:spPr bwMode="auto">
          <a:xfrm>
            <a:off x="4671218" y="3513934"/>
            <a:ext cx="795" cy="2027234"/>
          </a:xfrm>
          <a:prstGeom prst="line">
            <a:avLst/>
          </a:prstGeom>
          <a:noFill/>
          <a:ln w="22225" algn="ctr">
            <a:solidFill>
              <a:schemeClr val="tx1">
                <a:lumMod val="50000"/>
                <a:lumOff val="50000"/>
              </a:scheme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67" name="Straight Connector 34"/>
          <p:cNvCxnSpPr>
            <a:cxnSpLocks noChangeShapeType="1"/>
          </p:cNvCxnSpPr>
          <p:nvPr/>
        </p:nvCxnSpPr>
        <p:spPr bwMode="auto">
          <a:xfrm>
            <a:off x="3048000" y="2057400"/>
            <a:ext cx="0" cy="3480592"/>
          </a:xfrm>
          <a:prstGeom prst="line">
            <a:avLst/>
          </a:prstGeom>
          <a:noFill/>
          <a:ln w="22225" algn="ctr">
            <a:solidFill>
              <a:schemeClr val="tx1">
                <a:lumMod val="50000"/>
                <a:lumOff val="50000"/>
              </a:scheme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5" name="Straight Connector 4"/>
          <p:cNvCxnSpPr/>
          <p:nvPr/>
        </p:nvCxnSpPr>
        <p:spPr>
          <a:xfrm>
            <a:off x="2743200" y="1752600"/>
            <a:ext cx="3810000" cy="3349128"/>
          </a:xfrm>
          <a:prstGeom prst="line">
            <a:avLst/>
          </a:prstGeom>
          <a:ln w="444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 flipV="1">
            <a:off x="2743200" y="1883568"/>
            <a:ext cx="3663950" cy="3374234"/>
          </a:xfrm>
          <a:prstGeom prst="line">
            <a:avLst/>
          </a:prstGeom>
          <a:ln w="444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19"/>
          <p:cNvSpPr>
            <a:spLocks noChangeArrowheads="1"/>
          </p:cNvSpPr>
          <p:nvPr/>
        </p:nvSpPr>
        <p:spPr bwMode="auto">
          <a:xfrm>
            <a:off x="4579777" y="3385343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bg1">
                <a:lumMod val="85000"/>
              </a:schemeClr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  <a:latin typeface="Arial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2743200" y="1371601"/>
            <a:ext cx="0" cy="416083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2743200" y="5532435"/>
            <a:ext cx="4876800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34"/>
          <p:cNvCxnSpPr>
            <a:cxnSpLocks noChangeShapeType="1"/>
          </p:cNvCxnSpPr>
          <p:nvPr/>
        </p:nvCxnSpPr>
        <p:spPr bwMode="auto">
          <a:xfrm>
            <a:off x="3733800" y="2615406"/>
            <a:ext cx="0" cy="2917028"/>
          </a:xfrm>
          <a:prstGeom prst="line">
            <a:avLst/>
          </a:prstGeom>
          <a:noFill/>
          <a:ln w="22225" algn="ctr">
            <a:solidFill>
              <a:schemeClr val="tx1">
                <a:lumMod val="50000"/>
                <a:lumOff val="50000"/>
              </a:scheme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74" name="Straight Connector 34"/>
          <p:cNvCxnSpPr>
            <a:cxnSpLocks noChangeShapeType="1"/>
          </p:cNvCxnSpPr>
          <p:nvPr/>
        </p:nvCxnSpPr>
        <p:spPr bwMode="auto">
          <a:xfrm>
            <a:off x="4344195" y="3200400"/>
            <a:ext cx="0" cy="2332034"/>
          </a:xfrm>
          <a:prstGeom prst="line">
            <a:avLst/>
          </a:prstGeom>
          <a:noFill/>
          <a:ln w="22225" algn="ctr">
            <a:solidFill>
              <a:schemeClr val="tx1">
                <a:lumMod val="50000"/>
                <a:lumOff val="50000"/>
              </a:scheme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76" name="Straight Connector 34"/>
          <p:cNvCxnSpPr>
            <a:cxnSpLocks noChangeShapeType="1"/>
          </p:cNvCxnSpPr>
          <p:nvPr/>
        </p:nvCxnSpPr>
        <p:spPr bwMode="auto">
          <a:xfrm>
            <a:off x="4037013" y="2895600"/>
            <a:ext cx="2383" cy="2636834"/>
          </a:xfrm>
          <a:prstGeom prst="line">
            <a:avLst/>
          </a:prstGeom>
          <a:noFill/>
          <a:ln w="22225" algn="ctr">
            <a:solidFill>
              <a:schemeClr val="tx1">
                <a:lumMod val="50000"/>
                <a:lumOff val="50000"/>
              </a:scheme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77" name="Straight Connector 34"/>
          <p:cNvCxnSpPr>
            <a:cxnSpLocks noChangeShapeType="1"/>
          </p:cNvCxnSpPr>
          <p:nvPr/>
        </p:nvCxnSpPr>
        <p:spPr bwMode="auto">
          <a:xfrm flipH="1">
            <a:off x="3402329" y="2340606"/>
            <a:ext cx="6032" cy="3191829"/>
          </a:xfrm>
          <a:prstGeom prst="line">
            <a:avLst/>
          </a:prstGeom>
          <a:noFill/>
          <a:ln w="22225" algn="ctr">
            <a:solidFill>
              <a:schemeClr val="tx1">
                <a:lumMod val="50000"/>
                <a:lumOff val="50000"/>
              </a:scheme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78" name="Rectangle 7"/>
          <p:cNvSpPr>
            <a:spLocks noChangeArrowheads="1"/>
          </p:cNvSpPr>
          <p:nvPr/>
        </p:nvSpPr>
        <p:spPr bwMode="auto">
          <a:xfrm>
            <a:off x="2403455" y="3070225"/>
            <a:ext cx="182742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7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79" name="Rectangle 8"/>
          <p:cNvSpPr>
            <a:spLocks noChangeArrowheads="1"/>
          </p:cNvSpPr>
          <p:nvPr/>
        </p:nvSpPr>
        <p:spPr bwMode="auto">
          <a:xfrm>
            <a:off x="2446498" y="2819401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80" name="Line 23"/>
          <p:cNvSpPr>
            <a:spLocks noChangeShapeType="1"/>
          </p:cNvSpPr>
          <p:nvPr/>
        </p:nvSpPr>
        <p:spPr bwMode="auto">
          <a:xfrm>
            <a:off x="2614614" y="3199444"/>
            <a:ext cx="128587" cy="1587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" name="Rectangle 7"/>
          <p:cNvSpPr>
            <a:spLocks noChangeArrowheads="1"/>
          </p:cNvSpPr>
          <p:nvPr/>
        </p:nvSpPr>
        <p:spPr bwMode="auto">
          <a:xfrm>
            <a:off x="2403455" y="2786390"/>
            <a:ext cx="182742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8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82" name="Rectangle 8"/>
          <p:cNvSpPr>
            <a:spLocks noChangeArrowheads="1"/>
          </p:cNvSpPr>
          <p:nvPr/>
        </p:nvSpPr>
        <p:spPr bwMode="auto">
          <a:xfrm>
            <a:off x="2446498" y="2535566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83" name="Line 23"/>
          <p:cNvSpPr>
            <a:spLocks noChangeShapeType="1"/>
          </p:cNvSpPr>
          <p:nvPr/>
        </p:nvSpPr>
        <p:spPr bwMode="auto">
          <a:xfrm>
            <a:off x="2614614" y="2915609"/>
            <a:ext cx="128587" cy="1587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" name="Rectangle 7"/>
          <p:cNvSpPr>
            <a:spLocks noChangeArrowheads="1"/>
          </p:cNvSpPr>
          <p:nvPr/>
        </p:nvSpPr>
        <p:spPr bwMode="auto">
          <a:xfrm>
            <a:off x="2403455" y="2481590"/>
            <a:ext cx="182742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9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85" name="Rectangle 8"/>
          <p:cNvSpPr>
            <a:spLocks noChangeArrowheads="1"/>
          </p:cNvSpPr>
          <p:nvPr/>
        </p:nvSpPr>
        <p:spPr bwMode="auto">
          <a:xfrm>
            <a:off x="2446498" y="2154566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dirty="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86" name="Line 23"/>
          <p:cNvSpPr>
            <a:spLocks noChangeShapeType="1"/>
          </p:cNvSpPr>
          <p:nvPr/>
        </p:nvSpPr>
        <p:spPr bwMode="auto">
          <a:xfrm>
            <a:off x="2614614" y="2615407"/>
            <a:ext cx="128587" cy="1587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" name="Rectangle 7"/>
          <p:cNvSpPr>
            <a:spLocks noChangeArrowheads="1"/>
          </p:cNvSpPr>
          <p:nvPr/>
        </p:nvSpPr>
        <p:spPr bwMode="auto">
          <a:xfrm>
            <a:off x="2297342" y="2209800"/>
            <a:ext cx="304571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10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88" name="Rectangle 8"/>
          <p:cNvSpPr>
            <a:spLocks noChangeArrowheads="1"/>
          </p:cNvSpPr>
          <p:nvPr/>
        </p:nvSpPr>
        <p:spPr bwMode="auto">
          <a:xfrm>
            <a:off x="2446498" y="1905001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89" name="Line 23"/>
          <p:cNvSpPr>
            <a:spLocks noChangeShapeType="1"/>
          </p:cNvSpPr>
          <p:nvPr/>
        </p:nvSpPr>
        <p:spPr bwMode="auto">
          <a:xfrm>
            <a:off x="2614614" y="2339019"/>
            <a:ext cx="128587" cy="1587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" name="Rectangle 7"/>
          <p:cNvSpPr>
            <a:spLocks noChangeArrowheads="1"/>
          </p:cNvSpPr>
          <p:nvPr/>
        </p:nvSpPr>
        <p:spPr bwMode="auto">
          <a:xfrm>
            <a:off x="2298284" y="1905000"/>
            <a:ext cx="292516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11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91" name="Rectangle 8"/>
          <p:cNvSpPr>
            <a:spLocks noChangeArrowheads="1"/>
          </p:cNvSpPr>
          <p:nvPr/>
        </p:nvSpPr>
        <p:spPr bwMode="auto">
          <a:xfrm>
            <a:off x="2446498" y="1752601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92" name="Line 23"/>
          <p:cNvSpPr>
            <a:spLocks noChangeShapeType="1"/>
          </p:cNvSpPr>
          <p:nvPr/>
        </p:nvSpPr>
        <p:spPr bwMode="auto">
          <a:xfrm>
            <a:off x="2614614" y="2056444"/>
            <a:ext cx="128587" cy="1587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" name="Rectangle 7"/>
          <p:cNvSpPr>
            <a:spLocks noChangeArrowheads="1"/>
          </p:cNvSpPr>
          <p:nvPr/>
        </p:nvSpPr>
        <p:spPr bwMode="auto">
          <a:xfrm>
            <a:off x="2286001" y="1622425"/>
            <a:ext cx="304571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12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94" name="Rectangle 8"/>
          <p:cNvSpPr>
            <a:spLocks noChangeArrowheads="1"/>
          </p:cNvSpPr>
          <p:nvPr/>
        </p:nvSpPr>
        <p:spPr bwMode="auto">
          <a:xfrm>
            <a:off x="2446498" y="1371601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dirty="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95" name="Line 23"/>
          <p:cNvSpPr>
            <a:spLocks noChangeShapeType="1"/>
          </p:cNvSpPr>
          <p:nvPr/>
        </p:nvSpPr>
        <p:spPr bwMode="auto">
          <a:xfrm>
            <a:off x="2614614" y="1751644"/>
            <a:ext cx="128587" cy="1587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" name="Line 28"/>
          <p:cNvSpPr>
            <a:spLocks noChangeShapeType="1"/>
          </p:cNvSpPr>
          <p:nvPr/>
        </p:nvSpPr>
        <p:spPr bwMode="auto">
          <a:xfrm>
            <a:off x="3046412" y="5562601"/>
            <a:ext cx="1588" cy="128587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8" name="Line 34"/>
          <p:cNvSpPr>
            <a:spLocks noChangeShapeType="1"/>
          </p:cNvSpPr>
          <p:nvPr/>
        </p:nvSpPr>
        <p:spPr bwMode="auto">
          <a:xfrm>
            <a:off x="4343401" y="5562600"/>
            <a:ext cx="1587" cy="128588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" name="Line 34"/>
          <p:cNvSpPr>
            <a:spLocks noChangeShapeType="1"/>
          </p:cNvSpPr>
          <p:nvPr/>
        </p:nvSpPr>
        <p:spPr bwMode="auto">
          <a:xfrm>
            <a:off x="3406775" y="5541168"/>
            <a:ext cx="1587" cy="128588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0" name="Line 34"/>
          <p:cNvSpPr>
            <a:spLocks noChangeShapeType="1"/>
          </p:cNvSpPr>
          <p:nvPr/>
        </p:nvSpPr>
        <p:spPr bwMode="auto">
          <a:xfrm>
            <a:off x="3732214" y="5525767"/>
            <a:ext cx="1587" cy="128588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 flipV="1">
            <a:off x="2747963" y="3200400"/>
            <a:ext cx="1597025" cy="632"/>
          </a:xfrm>
          <a:prstGeom prst="line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/>
          <p:nvPr/>
        </p:nvCxnSpPr>
        <p:spPr>
          <a:xfrm>
            <a:off x="2743200" y="2896232"/>
            <a:ext cx="1289806" cy="0"/>
          </a:xfrm>
          <a:prstGeom prst="line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>
            <a:off x="2743201" y="2591432"/>
            <a:ext cx="989013" cy="0"/>
          </a:xfrm>
          <a:prstGeom prst="line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>
            <a:off x="2743200" y="2286633"/>
            <a:ext cx="659128" cy="955"/>
          </a:xfrm>
          <a:prstGeom prst="line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/>
          <p:nvPr/>
        </p:nvCxnSpPr>
        <p:spPr>
          <a:xfrm flipV="1">
            <a:off x="2747962" y="2035969"/>
            <a:ext cx="298450" cy="2857"/>
          </a:xfrm>
          <a:prstGeom prst="line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2747962" y="2057400"/>
            <a:ext cx="298450" cy="14478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ounded Rectangle 111"/>
          <p:cNvSpPr/>
          <p:nvPr/>
        </p:nvSpPr>
        <p:spPr>
          <a:xfrm>
            <a:off x="3962400" y="4191002"/>
            <a:ext cx="1524000" cy="1066799"/>
          </a:xfrm>
          <a:prstGeom prst="roundRect">
            <a:avLst>
              <a:gd name="adj" fmla="val 9475"/>
            </a:avLst>
          </a:prstGeom>
          <a:solidFill>
            <a:srgbClr val="009999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ct val="50000"/>
              </a:spcBef>
            </a:pPr>
            <a:r>
              <a:rPr lang="en-US" altLang="en-US" sz="2000" dirty="0">
                <a:solidFill>
                  <a:schemeClr val="bg1">
                    <a:lumMod val="9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…but the price is just $6.</a:t>
            </a:r>
            <a:endParaRPr lang="en-US" altLang="en-US" sz="2000" i="1" baseline="-25000" dirty="0">
              <a:solidFill>
                <a:schemeClr val="bg1">
                  <a:lumMod val="95000"/>
                </a:schemeClr>
              </a:solidFill>
              <a:latin typeface="Open Sans" charset="0"/>
              <a:ea typeface="Open Sans" charset="0"/>
              <a:cs typeface="Open Sans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Rounded Rectangle 115"/>
              <p:cNvSpPr/>
              <p:nvPr/>
            </p:nvSpPr>
            <p:spPr>
              <a:xfrm>
                <a:off x="6429382" y="2209801"/>
                <a:ext cx="2943219" cy="1003765"/>
              </a:xfrm>
              <a:prstGeom prst="roundRect">
                <a:avLst>
                  <a:gd name="adj" fmla="val 9475"/>
                </a:avLst>
              </a:prstGeom>
              <a:solidFill>
                <a:srgbClr val="009999"/>
              </a:solidFill>
              <a:ln>
                <a:noFill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en-US" sz="2000" dirty="0">
                    <a:solidFill>
                      <a:schemeClr val="bg1">
                        <a:lumMod val="95000"/>
                      </a:schemeClr>
                    </a:solidFill>
                    <a:latin typeface="Open Sans" charset="0"/>
                    <a:ea typeface="Open Sans" charset="0"/>
                    <a:cs typeface="Open Sans" charset="0"/>
                  </a:rPr>
                  <a:t>Consumer A’s surplus is $11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charset="0"/>
                        <a:ea typeface="Open Sans" charset="0"/>
                        <a:cs typeface="Open Sans" charset="0"/>
                      </a:rPr>
                      <m:t>−</m:t>
                    </m:r>
                  </m:oMath>
                </a14:m>
                <a:r>
                  <a:rPr lang="en-US" altLang="en-US" sz="2000" dirty="0">
                    <a:solidFill>
                      <a:schemeClr val="bg1">
                        <a:lumMod val="95000"/>
                      </a:schemeClr>
                    </a:solidFill>
                    <a:latin typeface="Open Sans" charset="0"/>
                    <a:ea typeface="Open Sans" charset="0"/>
                    <a:cs typeface="Open Sans" charset="0"/>
                  </a:rPr>
                  <a:t> $6 = $5.</a:t>
                </a:r>
                <a:endParaRPr lang="en-US" altLang="en-US" sz="2000" i="1" baseline="-25000" dirty="0">
                  <a:solidFill>
                    <a:schemeClr val="bg1">
                      <a:lumMod val="95000"/>
                    </a:schemeClr>
                  </a:solidFill>
                  <a:latin typeface="Open Sans" charset="0"/>
                  <a:ea typeface="Open Sans" charset="0"/>
                  <a:cs typeface="Open Sans" charset="0"/>
                </a:endParaRPr>
              </a:p>
            </p:txBody>
          </p:sp>
        </mc:Choice>
        <mc:Fallback xmlns="">
          <p:sp>
            <p:nvSpPr>
              <p:cNvPr id="116" name="Rounded Rectangle 1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382" y="2209801"/>
                <a:ext cx="2943219" cy="1003765"/>
              </a:xfrm>
              <a:prstGeom prst="roundRect">
                <a:avLst>
                  <a:gd name="adj" fmla="val 9475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/>
          <p:cNvCxnSpPr>
            <a:stCxn id="60" idx="1"/>
          </p:cNvCxnSpPr>
          <p:nvPr/>
        </p:nvCxnSpPr>
        <p:spPr>
          <a:xfrm flipH="1">
            <a:off x="3046412" y="1600200"/>
            <a:ext cx="915988" cy="457830"/>
          </a:xfrm>
          <a:prstGeom prst="straightConnector1">
            <a:avLst/>
          </a:prstGeom>
          <a:ln w="38100">
            <a:solidFill>
              <a:srgbClr val="00808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/>
          <p:nvPr/>
        </p:nvCxnSpPr>
        <p:spPr>
          <a:xfrm flipH="1" flipV="1">
            <a:off x="3072764" y="3483607"/>
            <a:ext cx="965836" cy="730410"/>
          </a:xfrm>
          <a:prstGeom prst="straightConnector1">
            <a:avLst/>
          </a:prstGeom>
          <a:ln w="38100">
            <a:solidFill>
              <a:srgbClr val="00808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Rectangle 120"/>
          <p:cNvSpPr/>
          <p:nvPr/>
        </p:nvSpPr>
        <p:spPr>
          <a:xfrm>
            <a:off x="3074989" y="2287588"/>
            <a:ext cx="313114" cy="121761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Rounded Rectangle 121"/>
              <p:cNvSpPr/>
              <p:nvPr/>
            </p:nvSpPr>
            <p:spPr>
              <a:xfrm>
                <a:off x="6429382" y="3429001"/>
                <a:ext cx="2943219" cy="1316995"/>
              </a:xfrm>
              <a:prstGeom prst="roundRect">
                <a:avLst>
                  <a:gd name="adj" fmla="val 9475"/>
                </a:avLst>
              </a:prstGeom>
              <a:solidFill>
                <a:srgbClr val="009999"/>
              </a:solidFill>
              <a:ln>
                <a:noFill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en-US" sz="2000" dirty="0">
                    <a:solidFill>
                      <a:schemeClr val="bg1">
                        <a:lumMod val="95000"/>
                      </a:schemeClr>
                    </a:solidFill>
                    <a:latin typeface="Open Sans" charset="0"/>
                    <a:ea typeface="Open Sans" charset="0"/>
                    <a:cs typeface="Open Sans" charset="0"/>
                  </a:rPr>
                  <a:t>Consumer B is willing to pay $10; consumer surplus is $10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charset="0"/>
                        <a:ea typeface="Open Sans" charset="0"/>
                        <a:cs typeface="Open Sans" charset="0"/>
                      </a:rPr>
                      <m:t>−</m:t>
                    </m:r>
                  </m:oMath>
                </a14:m>
                <a:r>
                  <a:rPr lang="en-US" altLang="en-US" sz="2000" dirty="0">
                    <a:solidFill>
                      <a:schemeClr val="bg1">
                        <a:lumMod val="95000"/>
                      </a:schemeClr>
                    </a:solidFill>
                    <a:latin typeface="Open Sans" charset="0"/>
                    <a:ea typeface="Open Sans" charset="0"/>
                    <a:cs typeface="Open Sans" charset="0"/>
                  </a:rPr>
                  <a:t> $6 = $4.</a:t>
                </a:r>
                <a:endParaRPr lang="en-US" altLang="en-US" sz="2000" i="1" baseline="-25000" dirty="0">
                  <a:solidFill>
                    <a:schemeClr val="bg1">
                      <a:lumMod val="95000"/>
                    </a:schemeClr>
                  </a:solidFill>
                  <a:latin typeface="Open Sans" charset="0"/>
                  <a:ea typeface="Open Sans" charset="0"/>
                  <a:cs typeface="Open Sans" charset="0"/>
                </a:endParaRPr>
              </a:p>
            </p:txBody>
          </p:sp>
        </mc:Choice>
        <mc:Fallback xmlns="">
          <p:sp>
            <p:nvSpPr>
              <p:cNvPr id="122" name="Rounded Rectangle 1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382" y="3429001"/>
                <a:ext cx="2943219" cy="1316995"/>
              </a:xfrm>
              <a:prstGeom prst="roundRect">
                <a:avLst>
                  <a:gd name="adj" fmla="val 9475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Rounded Rectangle 122"/>
          <p:cNvSpPr/>
          <p:nvPr/>
        </p:nvSpPr>
        <p:spPr>
          <a:xfrm>
            <a:off x="7519990" y="4931404"/>
            <a:ext cx="1852610" cy="402597"/>
          </a:xfrm>
          <a:prstGeom prst="roundRect">
            <a:avLst>
              <a:gd name="adj" fmla="val 9475"/>
            </a:avLst>
          </a:prstGeom>
          <a:solidFill>
            <a:srgbClr val="009999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ct val="50000"/>
              </a:spcBef>
            </a:pPr>
            <a:r>
              <a:rPr lang="en-US" altLang="en-US" sz="2000" dirty="0">
                <a:solidFill>
                  <a:schemeClr val="bg1">
                    <a:lumMod val="9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And so on…</a:t>
            </a:r>
            <a:endParaRPr lang="en-US" altLang="en-US" sz="2000" i="1" baseline="-25000" dirty="0">
              <a:solidFill>
                <a:schemeClr val="bg1">
                  <a:lumMod val="95000"/>
                </a:schemeClr>
              </a:solidFill>
              <a:latin typeface="Open Sans" charset="0"/>
              <a:ea typeface="Open Sans" charset="0"/>
              <a:cs typeface="Open Sans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9144000" y="6553200"/>
            <a:ext cx="8171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Century Gothic" panose="020B0502020202020204" pitchFamily="34" charset="0"/>
              </a:rPr>
              <a:t>SLIDE </a:t>
            </a:r>
            <a:fld id="{6FD6B7A6-E1EC-4D2B-BE3B-190BA12621E0}" type="slidenum">
              <a:rPr lang="en-US" sz="110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21</a:t>
            </a:fld>
            <a:endParaRPr lang="en-US" sz="11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8521424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" grpId="0" animBg="1"/>
      <p:bldP spid="121" grpId="0" animBg="1"/>
      <p:bldP spid="122" grpId="0" animBg="1"/>
      <p:bldP spid="12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ound Diagonal Corner Rectangle 52"/>
          <p:cNvSpPr/>
          <p:nvPr/>
        </p:nvSpPr>
        <p:spPr>
          <a:xfrm>
            <a:off x="1676400" y="152400"/>
            <a:ext cx="6858000" cy="6096000"/>
          </a:xfrm>
          <a:prstGeom prst="round2DiagRect">
            <a:avLst>
              <a:gd name="adj1" fmla="val 6583"/>
              <a:gd name="adj2" fmla="val 0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ound Diagonal Corner Rectangle 53"/>
          <p:cNvSpPr/>
          <p:nvPr/>
        </p:nvSpPr>
        <p:spPr>
          <a:xfrm>
            <a:off x="1676400" y="152400"/>
            <a:ext cx="6858000" cy="718070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008080"/>
          </a:solidFill>
          <a:ln>
            <a:solidFill>
              <a:srgbClr val="0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/>
          <p:cNvSpPr txBox="1"/>
          <p:nvPr/>
        </p:nvSpPr>
        <p:spPr>
          <a:xfrm>
            <a:off x="1666082" y="211353"/>
            <a:ext cx="678021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300" b="1" dirty="0">
                <a:solidFill>
                  <a:schemeClr val="bg1"/>
                </a:solidFill>
                <a:latin typeface="Open Sans Condensed" charset="0"/>
                <a:ea typeface="Open Sans Condensed" charset="0"/>
                <a:cs typeface="Open Sans Condensed" charset="0"/>
              </a:rPr>
              <a:t>TOTAL CONSUMER SURPLUS</a:t>
            </a:r>
            <a:endParaRPr lang="en-US" sz="2800" b="1" dirty="0">
              <a:solidFill>
                <a:schemeClr val="bg1"/>
              </a:solidFill>
              <a:latin typeface="Open Sans Condensed" charset="0"/>
              <a:ea typeface="Open Sans Condensed" charset="0"/>
              <a:cs typeface="Open Sans Condensed" charset="0"/>
            </a:endParaRPr>
          </a:p>
        </p:txBody>
      </p:sp>
      <p:sp>
        <p:nvSpPr>
          <p:cNvPr id="102" name="Rectangle 6"/>
          <p:cNvSpPr>
            <a:spLocks noChangeArrowheads="1"/>
          </p:cNvSpPr>
          <p:nvPr/>
        </p:nvSpPr>
        <p:spPr bwMode="auto">
          <a:xfrm>
            <a:off x="2451101" y="2484437"/>
            <a:ext cx="603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06" name="Rectangle 7"/>
          <p:cNvSpPr>
            <a:spLocks noChangeArrowheads="1"/>
          </p:cNvSpPr>
          <p:nvPr/>
        </p:nvSpPr>
        <p:spPr bwMode="auto">
          <a:xfrm>
            <a:off x="2408058" y="3352800"/>
            <a:ext cx="182742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6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07" name="Rectangle 8"/>
          <p:cNvSpPr>
            <a:spLocks noChangeArrowheads="1"/>
          </p:cNvSpPr>
          <p:nvPr/>
        </p:nvSpPr>
        <p:spPr bwMode="auto">
          <a:xfrm>
            <a:off x="2451101" y="3101976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09" name="Rectangle 10"/>
          <p:cNvSpPr>
            <a:spLocks noChangeArrowheads="1"/>
          </p:cNvSpPr>
          <p:nvPr/>
        </p:nvSpPr>
        <p:spPr bwMode="auto">
          <a:xfrm>
            <a:off x="2451101" y="3719512"/>
            <a:ext cx="603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11" name="Rectangle 12"/>
          <p:cNvSpPr>
            <a:spLocks noChangeArrowheads="1"/>
          </p:cNvSpPr>
          <p:nvPr/>
        </p:nvSpPr>
        <p:spPr bwMode="auto">
          <a:xfrm>
            <a:off x="2451101" y="4359276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13" name="Rectangle 14"/>
          <p:cNvSpPr>
            <a:spLocks noChangeArrowheads="1"/>
          </p:cNvSpPr>
          <p:nvPr/>
        </p:nvSpPr>
        <p:spPr bwMode="auto">
          <a:xfrm>
            <a:off x="2544762" y="5605462"/>
            <a:ext cx="122238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0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14" name="Rectangle 15"/>
          <p:cNvSpPr>
            <a:spLocks noChangeArrowheads="1"/>
          </p:cNvSpPr>
          <p:nvPr/>
        </p:nvSpPr>
        <p:spPr bwMode="auto">
          <a:xfrm>
            <a:off x="2747962" y="5715001"/>
            <a:ext cx="235743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    </a:t>
            </a:r>
            <a:r>
              <a:rPr lang="en-US" b="1" dirty="0">
                <a:solidFill>
                  <a:srgbClr val="1F1A17"/>
                </a:solidFill>
                <a:latin typeface="Arial" pitchFamily="34" charset="0"/>
              </a:rPr>
              <a:t>1</a:t>
            </a:r>
            <a:r>
              <a:rPr lang="en-US" sz="300" b="1" dirty="0">
                <a:solidFill>
                  <a:srgbClr val="1F1A17"/>
                </a:solidFill>
                <a:latin typeface="Arial" pitchFamily="34" charset="0"/>
              </a:rPr>
              <a:t>                 </a:t>
            </a:r>
            <a:r>
              <a:rPr lang="en-US" b="1" dirty="0">
                <a:solidFill>
                  <a:srgbClr val="1F1A17"/>
                </a:solidFill>
                <a:latin typeface="Arial" pitchFamily="34" charset="0"/>
              </a:rPr>
              <a:t>2</a:t>
            </a:r>
            <a:r>
              <a:rPr lang="en-US" sz="300" b="1" dirty="0">
                <a:solidFill>
                  <a:srgbClr val="1F1A17"/>
                </a:solidFill>
                <a:latin typeface="Arial" pitchFamily="34" charset="0"/>
              </a:rPr>
              <a:t>                   </a:t>
            </a: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3</a:t>
            </a:r>
            <a:r>
              <a:rPr lang="en-US" sz="300" b="1" dirty="0">
                <a:solidFill>
                  <a:srgbClr val="1F1A17"/>
                </a:solidFill>
                <a:latin typeface="Arial" pitchFamily="34" charset="0"/>
              </a:rPr>
              <a:t> </a:t>
            </a: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   4</a:t>
            </a:r>
            <a:r>
              <a:rPr lang="en-US" sz="300" b="1" dirty="0">
                <a:solidFill>
                  <a:srgbClr val="1F1A17"/>
                </a:solidFill>
                <a:latin typeface="Arial" pitchFamily="34" charset="0"/>
              </a:rPr>
              <a:t>  </a:t>
            </a: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   5</a:t>
            </a:r>
            <a:r>
              <a:rPr lang="en-US" sz="300" b="1" dirty="0">
                <a:solidFill>
                  <a:srgbClr val="1F1A17"/>
                </a:solidFill>
                <a:latin typeface="Arial" pitchFamily="34" charset="0"/>
              </a:rPr>
              <a:t>  </a:t>
            </a: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   6                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15" name="Rectangle 16"/>
          <p:cNvSpPr>
            <a:spLocks noChangeArrowheads="1"/>
          </p:cNvSpPr>
          <p:nvPr/>
        </p:nvSpPr>
        <p:spPr bwMode="auto">
          <a:xfrm>
            <a:off x="7669212" y="5410201"/>
            <a:ext cx="179536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b="1" i="1" dirty="0">
                <a:solidFill>
                  <a:srgbClr val="1F1A17"/>
                </a:solidFill>
                <a:latin typeface="Arial" pitchFamily="34" charset="0"/>
              </a:rPr>
              <a:t>Q</a:t>
            </a:r>
            <a:endParaRPr lang="en-US" sz="2800" i="1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20" name="Line 23"/>
          <p:cNvSpPr>
            <a:spLocks noChangeShapeType="1"/>
          </p:cNvSpPr>
          <p:nvPr/>
        </p:nvSpPr>
        <p:spPr bwMode="auto">
          <a:xfrm>
            <a:off x="2619217" y="3503614"/>
            <a:ext cx="128587" cy="1587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5" name="Line 28"/>
          <p:cNvSpPr>
            <a:spLocks noChangeShapeType="1"/>
          </p:cNvSpPr>
          <p:nvPr/>
        </p:nvSpPr>
        <p:spPr bwMode="auto">
          <a:xfrm>
            <a:off x="4033006" y="5562601"/>
            <a:ext cx="1588" cy="128587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" name="Line 34"/>
          <p:cNvSpPr>
            <a:spLocks noChangeShapeType="1"/>
          </p:cNvSpPr>
          <p:nvPr/>
        </p:nvSpPr>
        <p:spPr bwMode="auto">
          <a:xfrm>
            <a:off x="4648201" y="5557837"/>
            <a:ext cx="1587" cy="128588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" name="Text Box 37"/>
          <p:cNvSpPr txBox="1">
            <a:spLocks noChangeArrowheads="1"/>
          </p:cNvSpPr>
          <p:nvPr/>
        </p:nvSpPr>
        <p:spPr bwMode="auto">
          <a:xfrm>
            <a:off x="2335212" y="1295401"/>
            <a:ext cx="533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Times" pitchFamily="18" charset="0"/>
              <a:buChar char="•"/>
              <a:defRPr sz="40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w"/>
              <a:defRPr sz="2400"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Font typeface="Times" pitchFamily="18" charset="0"/>
              <a:buChar char="•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i="1" dirty="0"/>
              <a:t>P</a:t>
            </a:r>
          </a:p>
        </p:txBody>
      </p:sp>
      <p:sp>
        <p:nvSpPr>
          <p:cNvPr id="59" name="Text Box 11"/>
          <p:cNvSpPr txBox="1">
            <a:spLocks noChangeArrowheads="1"/>
          </p:cNvSpPr>
          <p:nvPr/>
        </p:nvSpPr>
        <p:spPr bwMode="auto">
          <a:xfrm>
            <a:off x="6407150" y="1504950"/>
            <a:ext cx="450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i="1" dirty="0">
                <a:solidFill>
                  <a:srgbClr val="0070C0"/>
                </a:solidFill>
                <a:latin typeface="Arial" charset="0"/>
              </a:rPr>
              <a:t>S</a:t>
            </a:r>
            <a:r>
              <a:rPr lang="en-US" altLang="en-US" sz="2000" b="1" baseline="-25000" dirty="0">
                <a:solidFill>
                  <a:srgbClr val="0070C0"/>
                </a:solidFill>
                <a:latin typeface="Arial" charset="0"/>
              </a:rPr>
              <a:t>0</a:t>
            </a:r>
          </a:p>
        </p:txBody>
      </p:sp>
      <p:sp>
        <p:nvSpPr>
          <p:cNvPr id="61" name="Text Box 12"/>
          <p:cNvSpPr txBox="1">
            <a:spLocks noChangeArrowheads="1"/>
          </p:cNvSpPr>
          <p:nvPr/>
        </p:nvSpPr>
        <p:spPr bwMode="auto">
          <a:xfrm>
            <a:off x="6545264" y="5010150"/>
            <a:ext cx="4651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i="1" dirty="0">
                <a:solidFill>
                  <a:srgbClr val="FF0000"/>
                </a:solidFill>
                <a:latin typeface="Arial" charset="0"/>
              </a:rPr>
              <a:t>D</a:t>
            </a:r>
            <a:r>
              <a:rPr lang="en-US" altLang="en-US" sz="2000" b="1" baseline="-25000" dirty="0">
                <a:solidFill>
                  <a:srgbClr val="FF0000"/>
                </a:solidFill>
                <a:latin typeface="Arial" charset="0"/>
              </a:rPr>
              <a:t>0</a:t>
            </a:r>
          </a:p>
        </p:txBody>
      </p:sp>
      <p:sp>
        <p:nvSpPr>
          <p:cNvPr id="64" name="Line 13"/>
          <p:cNvSpPr>
            <a:spLocks noChangeShapeType="1"/>
          </p:cNvSpPr>
          <p:nvPr/>
        </p:nvSpPr>
        <p:spPr bwMode="auto">
          <a:xfrm flipH="1">
            <a:off x="2747962" y="35052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latin typeface="Calibri" pitchFamily="34" charset="0"/>
              <a:cs typeface="Arial" charset="0"/>
            </a:endParaRPr>
          </a:p>
        </p:txBody>
      </p:sp>
      <p:cxnSp>
        <p:nvCxnSpPr>
          <p:cNvPr id="66" name="Straight Connector 34"/>
          <p:cNvCxnSpPr>
            <a:cxnSpLocks noChangeShapeType="1"/>
          </p:cNvCxnSpPr>
          <p:nvPr/>
        </p:nvCxnSpPr>
        <p:spPr bwMode="auto">
          <a:xfrm>
            <a:off x="4671218" y="3513934"/>
            <a:ext cx="795" cy="2027234"/>
          </a:xfrm>
          <a:prstGeom prst="line">
            <a:avLst/>
          </a:prstGeom>
          <a:noFill/>
          <a:ln w="22225" algn="ctr">
            <a:solidFill>
              <a:schemeClr val="tx1">
                <a:lumMod val="50000"/>
                <a:lumOff val="50000"/>
              </a:scheme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" name="Straight Connector 2"/>
          <p:cNvCxnSpPr/>
          <p:nvPr/>
        </p:nvCxnSpPr>
        <p:spPr>
          <a:xfrm flipV="1">
            <a:off x="2743200" y="1883568"/>
            <a:ext cx="3663950" cy="3374234"/>
          </a:xfrm>
          <a:prstGeom prst="line">
            <a:avLst/>
          </a:prstGeom>
          <a:ln w="444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2743200" y="1371601"/>
            <a:ext cx="0" cy="416083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2743200" y="5532435"/>
            <a:ext cx="4876800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"/>
          <p:cNvSpPr>
            <a:spLocks noChangeArrowheads="1"/>
          </p:cNvSpPr>
          <p:nvPr/>
        </p:nvSpPr>
        <p:spPr bwMode="auto">
          <a:xfrm>
            <a:off x="2403455" y="3070225"/>
            <a:ext cx="182742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7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79" name="Rectangle 8"/>
          <p:cNvSpPr>
            <a:spLocks noChangeArrowheads="1"/>
          </p:cNvSpPr>
          <p:nvPr/>
        </p:nvSpPr>
        <p:spPr bwMode="auto">
          <a:xfrm>
            <a:off x="2446498" y="2819401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80" name="Line 23"/>
          <p:cNvSpPr>
            <a:spLocks noChangeShapeType="1"/>
          </p:cNvSpPr>
          <p:nvPr/>
        </p:nvSpPr>
        <p:spPr bwMode="auto">
          <a:xfrm>
            <a:off x="2614614" y="3199444"/>
            <a:ext cx="128587" cy="1587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" name="Rectangle 7"/>
          <p:cNvSpPr>
            <a:spLocks noChangeArrowheads="1"/>
          </p:cNvSpPr>
          <p:nvPr/>
        </p:nvSpPr>
        <p:spPr bwMode="auto">
          <a:xfrm>
            <a:off x="2403455" y="2786390"/>
            <a:ext cx="182742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8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82" name="Rectangle 8"/>
          <p:cNvSpPr>
            <a:spLocks noChangeArrowheads="1"/>
          </p:cNvSpPr>
          <p:nvPr/>
        </p:nvSpPr>
        <p:spPr bwMode="auto">
          <a:xfrm>
            <a:off x="2446498" y="2535566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83" name="Line 23"/>
          <p:cNvSpPr>
            <a:spLocks noChangeShapeType="1"/>
          </p:cNvSpPr>
          <p:nvPr/>
        </p:nvSpPr>
        <p:spPr bwMode="auto">
          <a:xfrm>
            <a:off x="2614614" y="2915609"/>
            <a:ext cx="128587" cy="1587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" name="Rectangle 7"/>
          <p:cNvSpPr>
            <a:spLocks noChangeArrowheads="1"/>
          </p:cNvSpPr>
          <p:nvPr/>
        </p:nvSpPr>
        <p:spPr bwMode="auto">
          <a:xfrm>
            <a:off x="2403455" y="2481590"/>
            <a:ext cx="182742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9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85" name="Rectangle 8"/>
          <p:cNvSpPr>
            <a:spLocks noChangeArrowheads="1"/>
          </p:cNvSpPr>
          <p:nvPr/>
        </p:nvSpPr>
        <p:spPr bwMode="auto">
          <a:xfrm>
            <a:off x="2446498" y="2154566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dirty="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86" name="Line 23"/>
          <p:cNvSpPr>
            <a:spLocks noChangeShapeType="1"/>
          </p:cNvSpPr>
          <p:nvPr/>
        </p:nvSpPr>
        <p:spPr bwMode="auto">
          <a:xfrm>
            <a:off x="2614614" y="2615407"/>
            <a:ext cx="128587" cy="1587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" name="Rectangle 7"/>
          <p:cNvSpPr>
            <a:spLocks noChangeArrowheads="1"/>
          </p:cNvSpPr>
          <p:nvPr/>
        </p:nvSpPr>
        <p:spPr bwMode="auto">
          <a:xfrm>
            <a:off x="2297342" y="2209800"/>
            <a:ext cx="304571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10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88" name="Rectangle 8"/>
          <p:cNvSpPr>
            <a:spLocks noChangeArrowheads="1"/>
          </p:cNvSpPr>
          <p:nvPr/>
        </p:nvSpPr>
        <p:spPr bwMode="auto">
          <a:xfrm>
            <a:off x="2446498" y="1905001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89" name="Line 23"/>
          <p:cNvSpPr>
            <a:spLocks noChangeShapeType="1"/>
          </p:cNvSpPr>
          <p:nvPr/>
        </p:nvSpPr>
        <p:spPr bwMode="auto">
          <a:xfrm>
            <a:off x="2614614" y="2339019"/>
            <a:ext cx="128587" cy="1587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" name="Rectangle 7"/>
          <p:cNvSpPr>
            <a:spLocks noChangeArrowheads="1"/>
          </p:cNvSpPr>
          <p:nvPr/>
        </p:nvSpPr>
        <p:spPr bwMode="auto">
          <a:xfrm>
            <a:off x="2298284" y="1905000"/>
            <a:ext cx="292516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11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91" name="Rectangle 8"/>
          <p:cNvSpPr>
            <a:spLocks noChangeArrowheads="1"/>
          </p:cNvSpPr>
          <p:nvPr/>
        </p:nvSpPr>
        <p:spPr bwMode="auto">
          <a:xfrm>
            <a:off x="2446498" y="1752601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92" name="Line 23"/>
          <p:cNvSpPr>
            <a:spLocks noChangeShapeType="1"/>
          </p:cNvSpPr>
          <p:nvPr/>
        </p:nvSpPr>
        <p:spPr bwMode="auto">
          <a:xfrm>
            <a:off x="2614614" y="2056444"/>
            <a:ext cx="128587" cy="1587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" name="Rectangle 7"/>
          <p:cNvSpPr>
            <a:spLocks noChangeArrowheads="1"/>
          </p:cNvSpPr>
          <p:nvPr/>
        </p:nvSpPr>
        <p:spPr bwMode="auto">
          <a:xfrm>
            <a:off x="2286001" y="1622425"/>
            <a:ext cx="304571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12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95" name="Line 23"/>
          <p:cNvSpPr>
            <a:spLocks noChangeShapeType="1"/>
          </p:cNvSpPr>
          <p:nvPr/>
        </p:nvSpPr>
        <p:spPr bwMode="auto">
          <a:xfrm>
            <a:off x="2614614" y="1751644"/>
            <a:ext cx="128587" cy="1587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" name="Line 28"/>
          <p:cNvSpPr>
            <a:spLocks noChangeShapeType="1"/>
          </p:cNvSpPr>
          <p:nvPr/>
        </p:nvSpPr>
        <p:spPr bwMode="auto">
          <a:xfrm>
            <a:off x="3046412" y="5562601"/>
            <a:ext cx="1588" cy="128587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8" name="Line 34"/>
          <p:cNvSpPr>
            <a:spLocks noChangeShapeType="1"/>
          </p:cNvSpPr>
          <p:nvPr/>
        </p:nvSpPr>
        <p:spPr bwMode="auto">
          <a:xfrm>
            <a:off x="4343401" y="5562600"/>
            <a:ext cx="1587" cy="128588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" name="Line 34"/>
          <p:cNvSpPr>
            <a:spLocks noChangeShapeType="1"/>
          </p:cNvSpPr>
          <p:nvPr/>
        </p:nvSpPr>
        <p:spPr bwMode="auto">
          <a:xfrm>
            <a:off x="3406775" y="5541168"/>
            <a:ext cx="1587" cy="128588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0" name="Line 34"/>
          <p:cNvSpPr>
            <a:spLocks noChangeShapeType="1"/>
          </p:cNvSpPr>
          <p:nvPr/>
        </p:nvSpPr>
        <p:spPr bwMode="auto">
          <a:xfrm>
            <a:off x="3732214" y="5525767"/>
            <a:ext cx="1587" cy="128588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" name="Rounded Rectangle 115"/>
          <p:cNvSpPr/>
          <p:nvPr/>
        </p:nvSpPr>
        <p:spPr>
          <a:xfrm>
            <a:off x="6429382" y="2209801"/>
            <a:ext cx="2943219" cy="1003765"/>
          </a:xfrm>
          <a:prstGeom prst="roundRect">
            <a:avLst>
              <a:gd name="adj" fmla="val 9475"/>
            </a:avLst>
          </a:prstGeom>
          <a:solidFill>
            <a:srgbClr val="009999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ct val="50000"/>
              </a:spcBef>
            </a:pPr>
            <a:r>
              <a:rPr lang="en-US" altLang="en-US" sz="2000" dirty="0">
                <a:solidFill>
                  <a:schemeClr val="bg1">
                    <a:lumMod val="9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The sum of all individual consumer surplus</a:t>
            </a:r>
            <a:endParaRPr lang="en-US" altLang="en-US" sz="2000" baseline="-25000" dirty="0">
              <a:solidFill>
                <a:schemeClr val="bg1">
                  <a:lumMod val="95000"/>
                </a:schemeClr>
              </a:solidFill>
              <a:latin typeface="Open Sans" charset="0"/>
              <a:ea typeface="Open Sans" charset="0"/>
              <a:cs typeface="Open Sans" charset="0"/>
            </a:endParaRPr>
          </a:p>
        </p:txBody>
      </p:sp>
      <p:sp>
        <p:nvSpPr>
          <p:cNvPr id="122" name="Rounded Rectangle 121"/>
          <p:cNvSpPr/>
          <p:nvPr/>
        </p:nvSpPr>
        <p:spPr>
          <a:xfrm>
            <a:off x="6429382" y="3429001"/>
            <a:ext cx="2943219" cy="1316995"/>
          </a:xfrm>
          <a:prstGeom prst="roundRect">
            <a:avLst>
              <a:gd name="adj" fmla="val 9475"/>
            </a:avLst>
          </a:prstGeom>
          <a:solidFill>
            <a:srgbClr val="009999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ct val="50000"/>
              </a:spcBef>
            </a:pPr>
            <a:r>
              <a:rPr lang="en-US" altLang="en-US" sz="2000" dirty="0">
                <a:solidFill>
                  <a:schemeClr val="bg1">
                    <a:lumMod val="9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The area below the demand curve and above the price</a:t>
            </a:r>
            <a:endParaRPr lang="en-US" altLang="en-US" sz="2000" i="1" baseline="-25000" dirty="0">
              <a:solidFill>
                <a:schemeClr val="bg1">
                  <a:lumMod val="95000"/>
                </a:schemeClr>
              </a:solidFill>
              <a:latin typeface="Open Sans" charset="0"/>
              <a:ea typeface="Open Sans" charset="0"/>
              <a:cs typeface="Open Sans" charset="0"/>
            </a:endParaRPr>
          </a:p>
        </p:txBody>
      </p:sp>
      <p:sp>
        <p:nvSpPr>
          <p:cNvPr id="2" name="Isosceles Triangle 1"/>
          <p:cNvSpPr/>
          <p:nvPr/>
        </p:nvSpPr>
        <p:spPr>
          <a:xfrm>
            <a:off x="2776538" y="1774826"/>
            <a:ext cx="1924049" cy="1730375"/>
          </a:xfrm>
          <a:prstGeom prst="triangle">
            <a:avLst>
              <a:gd name="adj" fmla="val 0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>
            <a:off x="2743200" y="1752600"/>
            <a:ext cx="3810000" cy="3349128"/>
          </a:xfrm>
          <a:prstGeom prst="line">
            <a:avLst/>
          </a:prstGeom>
          <a:ln w="444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19"/>
          <p:cNvSpPr>
            <a:spLocks noChangeArrowheads="1"/>
          </p:cNvSpPr>
          <p:nvPr/>
        </p:nvSpPr>
        <p:spPr bwMode="auto">
          <a:xfrm>
            <a:off x="4579777" y="3385343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bg1">
                <a:lumMod val="85000"/>
              </a:schemeClr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2743201" y="2743201"/>
            <a:ext cx="137160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Times" pitchFamily="18" charset="0"/>
              <a:buChar char="•"/>
              <a:defRPr sz="40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w"/>
              <a:defRPr sz="2400"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Font typeface="Times" pitchFamily="18" charset="0"/>
              <a:buChar char="•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latin typeface="Open Sans" charset="0"/>
                <a:ea typeface="Open Sans" charset="0"/>
                <a:cs typeface="Open Sans" charset="0"/>
              </a:rPr>
              <a:t>consumer</a:t>
            </a:r>
            <a:r>
              <a:rPr lang="en-US" altLang="en-US" sz="1800" dirty="0"/>
              <a:t> </a:t>
            </a:r>
            <a:r>
              <a:rPr lang="en-US" altLang="en-US" sz="1800" dirty="0">
                <a:latin typeface="Open Sans" charset="0"/>
                <a:ea typeface="Open Sans" charset="0"/>
                <a:cs typeface="Open Sans" charset="0"/>
              </a:rPr>
              <a:t>surplus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0" y="6553200"/>
            <a:ext cx="8171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Century Gothic" panose="020B0502020202020204" pitchFamily="34" charset="0"/>
              </a:rPr>
              <a:t>SLIDE </a:t>
            </a:r>
            <a:fld id="{6FD6B7A6-E1EC-4D2B-BE3B-190BA12621E0}" type="slidenum">
              <a:rPr lang="en-US" sz="110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22</a:t>
            </a:fld>
            <a:endParaRPr lang="en-US" sz="11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022368"/>
      </p:ext>
    </p:extLst>
  </p:cSld>
  <p:clrMapOvr>
    <a:masterClrMapping/>
  </p:clrMapOvr>
  <p:transition spd="slow">
    <p:fade thruBlk="1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FC3E3-42AF-974C-B56D-ED0E1CC74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Buy some new shirts, George!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C3CE1-B279-1F45-8E22-8C877DAB29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dirty="0"/>
              <a:t>George wants to buy some new shirts for work. He is willing to pay $35 for the first shirt, $25 for the second shirt, and $15 for the third.</a:t>
            </a:r>
          </a:p>
          <a:p>
            <a:pPr marL="0" indent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dirty="0"/>
              <a:t>Oxford &amp; Co. (his favorite shirt shop!) sells shirts for $28 each.</a:t>
            </a:r>
          </a:p>
          <a:p>
            <a:pPr marL="0" indent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b="1" dirty="0"/>
              <a:t>What is the efficient number of shirts for George to buy?</a:t>
            </a:r>
          </a:p>
          <a:p>
            <a:pPr marL="514350" indent="-514350">
              <a:lnSpc>
                <a:spcPct val="120000"/>
              </a:lnSpc>
              <a:buFont typeface="+mj-lt"/>
              <a:buAutoNum type="alphaLcParenR"/>
            </a:pPr>
            <a:r>
              <a:rPr lang="en-US" dirty="0"/>
              <a:t>0</a:t>
            </a:r>
          </a:p>
          <a:p>
            <a:pPr marL="514350" indent="-514350">
              <a:lnSpc>
                <a:spcPct val="120000"/>
              </a:lnSpc>
              <a:buFont typeface="+mj-lt"/>
              <a:buAutoNum type="alphaLcParenR"/>
            </a:pPr>
            <a:r>
              <a:rPr lang="en-US" dirty="0"/>
              <a:t>1</a:t>
            </a:r>
          </a:p>
          <a:p>
            <a:pPr marL="514350" indent="-514350">
              <a:lnSpc>
                <a:spcPct val="120000"/>
              </a:lnSpc>
              <a:buFont typeface="+mj-lt"/>
              <a:buAutoNum type="alphaLcParenR"/>
            </a:pPr>
            <a:r>
              <a:rPr lang="en-US" dirty="0"/>
              <a:t>2</a:t>
            </a:r>
          </a:p>
          <a:p>
            <a:pPr marL="514350" indent="-514350">
              <a:lnSpc>
                <a:spcPct val="120000"/>
              </a:lnSpc>
              <a:buFont typeface="+mj-lt"/>
              <a:buAutoNum type="alphaLcParenR"/>
            </a:pPr>
            <a:r>
              <a:rPr lang="en-US" dirty="0"/>
              <a:t>3</a:t>
            </a:r>
          </a:p>
          <a:p>
            <a:pPr>
              <a:lnSpc>
                <a:spcPct val="120000"/>
              </a:lnSpc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626F9F-45B9-A642-861F-80251EE37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1400" y="3863181"/>
            <a:ext cx="1549400" cy="2019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A5107CC-747B-C547-B621-3B67163276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6237" y="3897769"/>
            <a:ext cx="1549400" cy="2019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7A23CF2-160E-A84C-BB60-D1AD60230D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8825" y="3863181"/>
            <a:ext cx="1549400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7058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FC3E3-42AF-974C-B56D-ED0E1CC74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Buy some new shirts, George!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C3CE1-B279-1F45-8E22-8C877DAB29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dirty="0"/>
              <a:t>George wants to buy some new shirts for work. He is willing to pay $35 for the first shirt, $25 for the second shirt, and $15 for the third.</a:t>
            </a:r>
          </a:p>
          <a:p>
            <a:pPr marL="0" indent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dirty="0"/>
              <a:t>Oxford &amp; Co. (his favorite shirt shop!) sells shirts for $28 each.</a:t>
            </a:r>
          </a:p>
          <a:p>
            <a:pPr marL="0" indent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b="1" dirty="0"/>
              <a:t>What is George’s consumer surplus?</a:t>
            </a:r>
          </a:p>
          <a:p>
            <a:pPr marL="514350" indent="-514350">
              <a:lnSpc>
                <a:spcPct val="120000"/>
              </a:lnSpc>
              <a:buFont typeface="+mj-lt"/>
              <a:buAutoNum type="alphaLcParenR"/>
            </a:pPr>
            <a:r>
              <a:rPr lang="en-US" dirty="0"/>
              <a:t>$0</a:t>
            </a:r>
          </a:p>
          <a:p>
            <a:pPr marL="514350" indent="-514350">
              <a:lnSpc>
                <a:spcPct val="120000"/>
              </a:lnSpc>
              <a:buFont typeface="+mj-lt"/>
              <a:buAutoNum type="alphaLcParenR"/>
            </a:pPr>
            <a:r>
              <a:rPr lang="en-US" dirty="0"/>
              <a:t>$7</a:t>
            </a:r>
          </a:p>
          <a:p>
            <a:pPr marL="514350" indent="-514350">
              <a:lnSpc>
                <a:spcPct val="120000"/>
              </a:lnSpc>
              <a:buFont typeface="+mj-lt"/>
              <a:buAutoNum type="alphaLcParenR"/>
            </a:pPr>
            <a:r>
              <a:rPr lang="en-US" dirty="0"/>
              <a:t>$10</a:t>
            </a:r>
          </a:p>
          <a:p>
            <a:pPr marL="514350" indent="-514350">
              <a:lnSpc>
                <a:spcPct val="120000"/>
              </a:lnSpc>
              <a:buFont typeface="+mj-lt"/>
              <a:buAutoNum type="alphaLcParenR"/>
            </a:pPr>
            <a:r>
              <a:rPr lang="en-US" dirty="0"/>
              <a:t>$28</a:t>
            </a:r>
          </a:p>
          <a:p>
            <a:pPr marL="514350" indent="-514350">
              <a:lnSpc>
                <a:spcPct val="120000"/>
              </a:lnSpc>
              <a:buFont typeface="+mj-lt"/>
              <a:buAutoNum type="alphaLcParenR"/>
            </a:pPr>
            <a:r>
              <a:rPr lang="en-US" dirty="0"/>
              <a:t>$35</a:t>
            </a:r>
          </a:p>
          <a:p>
            <a:pPr>
              <a:lnSpc>
                <a:spcPct val="120000"/>
              </a:lnSpc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626F9F-45B9-A642-861F-80251EE37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1400" y="3863181"/>
            <a:ext cx="1549400" cy="2019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A5107CC-747B-C547-B621-3B67163276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6237" y="3897769"/>
            <a:ext cx="1549400" cy="2019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7A23CF2-160E-A84C-BB60-D1AD60230D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8825" y="3863181"/>
            <a:ext cx="1549400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2953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7D672-5661-A643-83F1-7F7365610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Calculating consumer surplus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CA36B-67AB-774A-A1A2-1938A0992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/>
              <a:t>Mark and Rasheed are buying new calculators for Math 19. Mark is willing to pay $75 and Rasheed is willing to pay $100 for a graphing calculator. The price for a calculator at the bookstore is $65. How much is their total consumer surplus?</a:t>
            </a:r>
          </a:p>
          <a:p>
            <a:pPr marL="971550" lvl="1" indent="-514350">
              <a:lnSpc>
                <a:spcPct val="120000"/>
              </a:lnSpc>
              <a:buFont typeface="+mj-lt"/>
              <a:buAutoNum type="alphaLcParenR"/>
            </a:pPr>
            <a:r>
              <a:rPr lang="en-US" dirty="0"/>
              <a:t>$10 </a:t>
            </a:r>
          </a:p>
          <a:p>
            <a:pPr marL="971550" lvl="1" indent="-514350">
              <a:lnSpc>
                <a:spcPct val="120000"/>
              </a:lnSpc>
              <a:buFont typeface="+mj-lt"/>
              <a:buAutoNum type="alphaLcParenR"/>
            </a:pPr>
            <a:r>
              <a:rPr lang="en-US" dirty="0"/>
              <a:t>$35</a:t>
            </a:r>
          </a:p>
          <a:p>
            <a:pPr marL="971550" lvl="1" indent="-514350">
              <a:lnSpc>
                <a:spcPct val="120000"/>
              </a:lnSpc>
              <a:buFont typeface="+mj-lt"/>
              <a:buAutoNum type="alphaLcParenR"/>
            </a:pPr>
            <a:r>
              <a:rPr lang="en-US" dirty="0"/>
              <a:t>$45</a:t>
            </a:r>
          </a:p>
          <a:p>
            <a:pPr marL="971550" lvl="1" indent="-514350">
              <a:lnSpc>
                <a:spcPct val="120000"/>
              </a:lnSpc>
              <a:buFont typeface="+mj-lt"/>
              <a:buAutoNum type="alphaLcParenR"/>
            </a:pPr>
            <a:r>
              <a:rPr lang="en-US" dirty="0"/>
              <a:t>$60 </a:t>
            </a:r>
          </a:p>
        </p:txBody>
      </p:sp>
    </p:spTree>
    <p:extLst>
      <p:ext uri="{BB962C8B-B14F-4D97-AF65-F5344CB8AC3E}">
        <p14:creationId xmlns:p14="http://schemas.microsoft.com/office/powerpoint/2010/main" val="32982861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E5C35B-E667-D94F-8BFA-7037AB712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1" y="846139"/>
            <a:ext cx="4957763" cy="50103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D78AFE-D7AB-2346-8FD8-3A0AF0D83769}"/>
              </a:ext>
            </a:extLst>
          </p:cNvPr>
          <p:cNvSpPr txBox="1"/>
          <p:nvPr/>
        </p:nvSpPr>
        <p:spPr>
          <a:xfrm>
            <a:off x="7310438" y="985838"/>
            <a:ext cx="29718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If the price of hamburgers is $2, consumer surplus will equal: </a:t>
            </a:r>
          </a:p>
          <a:p>
            <a:endParaRPr lang="en-US" sz="2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AutoNum type="alphaLcParenR"/>
            </a:pP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$650</a:t>
            </a:r>
          </a:p>
          <a:p>
            <a:pPr marL="342900" indent="-342900">
              <a:buAutoNum type="alphaLcParenR"/>
            </a:pP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$400</a:t>
            </a:r>
          </a:p>
          <a:p>
            <a:pPr marL="342900" indent="-342900">
              <a:buAutoNum type="alphaLcParenR"/>
            </a:pP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$225</a:t>
            </a:r>
          </a:p>
          <a:p>
            <a:pPr marL="342900" indent="-342900">
              <a:buAutoNum type="alphaLcParenR"/>
            </a:pP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$450</a:t>
            </a:r>
          </a:p>
        </p:txBody>
      </p:sp>
    </p:spTree>
    <p:extLst>
      <p:ext uri="{BB962C8B-B14F-4D97-AF65-F5344CB8AC3E}">
        <p14:creationId xmlns:p14="http://schemas.microsoft.com/office/powerpoint/2010/main" val="1457325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DA72E-91B6-2945-980E-E31190A83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If the price of hamburgers is $2.50 today, what will happen to the price in the coming days/months?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3AB85-CB1D-694E-8D44-53C0AA7B4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lphaLcParenR"/>
            </a:pPr>
            <a:r>
              <a:rPr lang="en-US" dirty="0"/>
              <a:t>It will fall 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LcParenR"/>
            </a:pPr>
            <a:r>
              <a:rPr lang="en-US" dirty="0"/>
              <a:t>It will rise 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LcParenR"/>
            </a:pPr>
            <a:r>
              <a:rPr lang="en-US" dirty="0"/>
              <a:t>It will remain the same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LcParenR"/>
            </a:pPr>
            <a:r>
              <a:rPr lang="en-US" dirty="0"/>
              <a:t>Not enough information</a:t>
            </a:r>
          </a:p>
        </p:txBody>
      </p:sp>
    </p:spTree>
    <p:extLst>
      <p:ext uri="{BB962C8B-B14F-4D97-AF65-F5344CB8AC3E}">
        <p14:creationId xmlns:p14="http://schemas.microsoft.com/office/powerpoint/2010/main" val="18921627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B79F4-A7F7-174C-861A-8AAF7698B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If the price of hamburgers rises, what will be the main effect on the chart?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03148-6596-964C-A4B1-6E22BAC38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0928" y="1600201"/>
            <a:ext cx="5681472" cy="4525963"/>
          </a:xfrm>
        </p:spPr>
        <p:txBody>
          <a:bodyPr/>
          <a:lstStyle/>
          <a:p>
            <a:pPr marL="514350" indent="-514350">
              <a:buFont typeface="+mj-lt"/>
              <a:buAutoNum type="alphaLcParenR"/>
            </a:pPr>
            <a:r>
              <a:rPr lang="en-US" dirty="0"/>
              <a:t>Supply will shift left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Supply will shift right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Demand will shift left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Demand will shift right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148943-0EFC-A449-9107-FD038E6CA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417638"/>
            <a:ext cx="5168900" cy="523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9650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B79F4-A7F7-174C-861A-8AAF7698B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If the price of a hamburger is $2, consumer surplus will be 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03148-6596-964C-A4B1-6E22BAC38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0928" y="1600201"/>
            <a:ext cx="5681472" cy="4525963"/>
          </a:xfrm>
        </p:spPr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lphaLcParenR"/>
            </a:pPr>
            <a:r>
              <a:rPr lang="en-US" dirty="0"/>
              <a:t>$650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LcParenR"/>
            </a:pPr>
            <a:r>
              <a:rPr lang="en-US" dirty="0"/>
              <a:t>$450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LcParenR"/>
            </a:pPr>
            <a:r>
              <a:rPr lang="en-US" dirty="0"/>
              <a:t>$400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LcParenR"/>
            </a:pPr>
            <a:r>
              <a:rPr lang="en-US" dirty="0"/>
              <a:t>$225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148943-0EFC-A449-9107-FD038E6CA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417638"/>
            <a:ext cx="5168900" cy="523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579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ound Diagonal Corner Rectangle 52"/>
          <p:cNvSpPr/>
          <p:nvPr/>
        </p:nvSpPr>
        <p:spPr>
          <a:xfrm>
            <a:off x="1676400" y="152400"/>
            <a:ext cx="6858000" cy="6096000"/>
          </a:xfrm>
          <a:prstGeom prst="round2DiagRect">
            <a:avLst>
              <a:gd name="adj1" fmla="val 6583"/>
              <a:gd name="adj2" fmla="val 0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ound Diagonal Corner Rectangle 53"/>
          <p:cNvSpPr/>
          <p:nvPr/>
        </p:nvSpPr>
        <p:spPr>
          <a:xfrm>
            <a:off x="1676400" y="152400"/>
            <a:ext cx="6858000" cy="718070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008080"/>
          </a:solidFill>
          <a:ln>
            <a:solidFill>
              <a:srgbClr val="0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/>
          <p:cNvSpPr txBox="1"/>
          <p:nvPr/>
        </p:nvSpPr>
        <p:spPr>
          <a:xfrm>
            <a:off x="1666082" y="211353"/>
            <a:ext cx="678021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300" b="1" dirty="0">
                <a:solidFill>
                  <a:schemeClr val="bg1"/>
                </a:solidFill>
                <a:latin typeface="Open Sans Condensed" charset="0"/>
                <a:ea typeface="Open Sans Condensed" charset="0"/>
                <a:cs typeface="Open Sans Condensed" charset="0"/>
              </a:rPr>
              <a:t>INDIVIDUAL PRODUCER SURPLUS</a:t>
            </a:r>
            <a:endParaRPr lang="en-US" sz="2800" b="1" dirty="0">
              <a:solidFill>
                <a:schemeClr val="bg1"/>
              </a:solidFill>
              <a:latin typeface="Open Sans Condensed" charset="0"/>
              <a:ea typeface="Open Sans Condensed" charset="0"/>
              <a:cs typeface="Open Sans Condensed" charset="0"/>
            </a:endParaRPr>
          </a:p>
        </p:txBody>
      </p:sp>
      <p:sp>
        <p:nvSpPr>
          <p:cNvPr id="106" name="Rectangle 7"/>
          <p:cNvSpPr>
            <a:spLocks noChangeArrowheads="1"/>
          </p:cNvSpPr>
          <p:nvPr/>
        </p:nvSpPr>
        <p:spPr bwMode="auto">
          <a:xfrm>
            <a:off x="2438400" y="3352800"/>
            <a:ext cx="182742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6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07" name="Rectangle 8"/>
          <p:cNvSpPr>
            <a:spLocks noChangeArrowheads="1"/>
          </p:cNvSpPr>
          <p:nvPr/>
        </p:nvSpPr>
        <p:spPr bwMode="auto">
          <a:xfrm>
            <a:off x="2451101" y="3101976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09" name="Rectangle 10"/>
          <p:cNvSpPr>
            <a:spLocks noChangeArrowheads="1"/>
          </p:cNvSpPr>
          <p:nvPr/>
        </p:nvSpPr>
        <p:spPr bwMode="auto">
          <a:xfrm>
            <a:off x="2451101" y="3589337"/>
            <a:ext cx="603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11" name="Rectangle 12"/>
          <p:cNvSpPr>
            <a:spLocks noChangeArrowheads="1"/>
          </p:cNvSpPr>
          <p:nvPr/>
        </p:nvSpPr>
        <p:spPr bwMode="auto">
          <a:xfrm>
            <a:off x="2451101" y="4359276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13" name="Rectangle 14"/>
          <p:cNvSpPr>
            <a:spLocks noChangeArrowheads="1"/>
          </p:cNvSpPr>
          <p:nvPr/>
        </p:nvSpPr>
        <p:spPr bwMode="auto">
          <a:xfrm>
            <a:off x="2544762" y="5605462"/>
            <a:ext cx="122238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0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14" name="Rectangle 15"/>
          <p:cNvSpPr>
            <a:spLocks noChangeArrowheads="1"/>
          </p:cNvSpPr>
          <p:nvPr/>
        </p:nvSpPr>
        <p:spPr bwMode="auto">
          <a:xfrm>
            <a:off x="2747962" y="5715001"/>
            <a:ext cx="235743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    </a:t>
            </a:r>
            <a:r>
              <a:rPr lang="en-US" b="1" dirty="0">
                <a:solidFill>
                  <a:srgbClr val="1F1A17"/>
                </a:solidFill>
                <a:latin typeface="Arial" pitchFamily="34" charset="0"/>
              </a:rPr>
              <a:t>1</a:t>
            </a:r>
            <a:r>
              <a:rPr lang="en-US" sz="300" b="1" dirty="0">
                <a:solidFill>
                  <a:srgbClr val="1F1A17"/>
                </a:solidFill>
                <a:latin typeface="Arial" pitchFamily="34" charset="0"/>
              </a:rPr>
              <a:t>                    </a:t>
            </a:r>
            <a:r>
              <a:rPr lang="en-US" b="1" dirty="0">
                <a:solidFill>
                  <a:srgbClr val="1F1A17"/>
                </a:solidFill>
                <a:latin typeface="Arial" pitchFamily="34" charset="0"/>
              </a:rPr>
              <a:t>2</a:t>
            </a:r>
            <a:r>
              <a:rPr lang="en-US" sz="300" b="1" dirty="0">
                <a:solidFill>
                  <a:srgbClr val="1F1A17"/>
                </a:solidFill>
                <a:latin typeface="Arial" pitchFamily="34" charset="0"/>
              </a:rPr>
              <a:t>                      </a:t>
            </a: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               6                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15" name="Rectangle 16"/>
          <p:cNvSpPr>
            <a:spLocks noChangeArrowheads="1"/>
          </p:cNvSpPr>
          <p:nvPr/>
        </p:nvSpPr>
        <p:spPr bwMode="auto">
          <a:xfrm>
            <a:off x="7669212" y="5410201"/>
            <a:ext cx="179536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1F1A17"/>
                </a:solidFill>
                <a:latin typeface="Arial" pitchFamily="34" charset="0"/>
              </a:rPr>
              <a:t>Q</a:t>
            </a:r>
            <a:endParaRPr lang="en-US" sz="28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20" name="Line 23"/>
          <p:cNvSpPr>
            <a:spLocks noChangeShapeType="1"/>
          </p:cNvSpPr>
          <p:nvPr/>
        </p:nvSpPr>
        <p:spPr bwMode="auto">
          <a:xfrm>
            <a:off x="2619217" y="3503614"/>
            <a:ext cx="128587" cy="1587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" name="Line 34"/>
          <p:cNvSpPr>
            <a:spLocks noChangeShapeType="1"/>
          </p:cNvSpPr>
          <p:nvPr/>
        </p:nvSpPr>
        <p:spPr bwMode="auto">
          <a:xfrm>
            <a:off x="4681856" y="5562600"/>
            <a:ext cx="1587" cy="128588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" name="Text Box 37"/>
          <p:cNvSpPr txBox="1">
            <a:spLocks noChangeArrowheads="1"/>
          </p:cNvSpPr>
          <p:nvPr/>
        </p:nvSpPr>
        <p:spPr bwMode="auto">
          <a:xfrm>
            <a:off x="2335212" y="1295401"/>
            <a:ext cx="533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Times" pitchFamily="18" charset="0"/>
              <a:buChar char="•"/>
              <a:defRPr sz="40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w"/>
              <a:defRPr sz="2400"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Font typeface="Times" pitchFamily="18" charset="0"/>
              <a:buChar char="•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i="1" dirty="0"/>
              <a:t>P</a:t>
            </a:r>
          </a:p>
        </p:txBody>
      </p:sp>
      <p:sp>
        <p:nvSpPr>
          <p:cNvPr id="59" name="Text Box 11"/>
          <p:cNvSpPr txBox="1">
            <a:spLocks noChangeArrowheads="1"/>
          </p:cNvSpPr>
          <p:nvPr/>
        </p:nvSpPr>
        <p:spPr bwMode="auto">
          <a:xfrm>
            <a:off x="6407150" y="1504950"/>
            <a:ext cx="450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i="1" dirty="0">
                <a:solidFill>
                  <a:srgbClr val="0070C0"/>
                </a:solidFill>
                <a:latin typeface="Arial" charset="0"/>
              </a:rPr>
              <a:t>S</a:t>
            </a:r>
            <a:r>
              <a:rPr lang="en-US" altLang="en-US" sz="2000" b="1" baseline="-25000" dirty="0">
                <a:solidFill>
                  <a:srgbClr val="0070C0"/>
                </a:solidFill>
                <a:latin typeface="Arial" charset="0"/>
              </a:rPr>
              <a:t>0</a:t>
            </a:r>
          </a:p>
        </p:txBody>
      </p:sp>
      <p:sp>
        <p:nvSpPr>
          <p:cNvPr id="61" name="Text Box 12"/>
          <p:cNvSpPr txBox="1">
            <a:spLocks noChangeArrowheads="1"/>
          </p:cNvSpPr>
          <p:nvPr/>
        </p:nvSpPr>
        <p:spPr bwMode="auto">
          <a:xfrm>
            <a:off x="6545264" y="5010150"/>
            <a:ext cx="4651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i="1" dirty="0">
                <a:solidFill>
                  <a:srgbClr val="FF0000"/>
                </a:solidFill>
                <a:latin typeface="Arial" charset="0"/>
              </a:rPr>
              <a:t>D</a:t>
            </a:r>
            <a:r>
              <a:rPr lang="en-US" altLang="en-US" sz="2000" b="1" baseline="-25000" dirty="0">
                <a:solidFill>
                  <a:srgbClr val="FF0000"/>
                </a:solidFill>
                <a:latin typeface="Arial" charset="0"/>
              </a:rPr>
              <a:t>0</a:t>
            </a:r>
          </a:p>
        </p:txBody>
      </p:sp>
      <p:sp>
        <p:nvSpPr>
          <p:cNvPr id="64" name="Line 13"/>
          <p:cNvSpPr>
            <a:spLocks noChangeShapeType="1"/>
          </p:cNvSpPr>
          <p:nvPr/>
        </p:nvSpPr>
        <p:spPr bwMode="auto">
          <a:xfrm flipH="1">
            <a:off x="2747962" y="3505200"/>
            <a:ext cx="1981200" cy="0"/>
          </a:xfrm>
          <a:prstGeom prst="line">
            <a:avLst/>
          </a:prstGeom>
          <a:noFill/>
          <a:ln w="22225">
            <a:solidFill>
              <a:schemeClr val="tx1">
                <a:lumMod val="50000"/>
                <a:lumOff val="50000"/>
              </a:scheme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latin typeface="Calibri" pitchFamily="34" charset="0"/>
              <a:cs typeface="Arial" charset="0"/>
            </a:endParaRPr>
          </a:p>
        </p:txBody>
      </p:sp>
      <p:cxnSp>
        <p:nvCxnSpPr>
          <p:cNvPr id="66" name="Straight Connector 34"/>
          <p:cNvCxnSpPr>
            <a:cxnSpLocks noChangeShapeType="1"/>
          </p:cNvCxnSpPr>
          <p:nvPr/>
        </p:nvCxnSpPr>
        <p:spPr bwMode="auto">
          <a:xfrm>
            <a:off x="4671218" y="3513934"/>
            <a:ext cx="795" cy="2027234"/>
          </a:xfrm>
          <a:prstGeom prst="line">
            <a:avLst/>
          </a:prstGeom>
          <a:noFill/>
          <a:ln w="22225" algn="ctr">
            <a:solidFill>
              <a:schemeClr val="tx1">
                <a:lumMod val="50000"/>
                <a:lumOff val="50000"/>
              </a:scheme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67" name="Straight Connector 34"/>
          <p:cNvCxnSpPr>
            <a:cxnSpLocks noChangeShapeType="1"/>
          </p:cNvCxnSpPr>
          <p:nvPr/>
        </p:nvCxnSpPr>
        <p:spPr bwMode="auto">
          <a:xfrm>
            <a:off x="3048000" y="2057400"/>
            <a:ext cx="0" cy="3480592"/>
          </a:xfrm>
          <a:prstGeom prst="line">
            <a:avLst/>
          </a:prstGeom>
          <a:noFill/>
          <a:ln w="22225" algn="ctr">
            <a:solidFill>
              <a:schemeClr val="tx1">
                <a:lumMod val="50000"/>
                <a:lumOff val="50000"/>
              </a:scheme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5" name="Straight Connector 4"/>
          <p:cNvCxnSpPr/>
          <p:nvPr/>
        </p:nvCxnSpPr>
        <p:spPr>
          <a:xfrm>
            <a:off x="2743200" y="1752600"/>
            <a:ext cx="3810000" cy="3349128"/>
          </a:xfrm>
          <a:prstGeom prst="line">
            <a:avLst/>
          </a:prstGeom>
          <a:ln w="444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 flipV="1">
            <a:off x="2743200" y="1883568"/>
            <a:ext cx="3663950" cy="3374234"/>
          </a:xfrm>
          <a:prstGeom prst="line">
            <a:avLst/>
          </a:prstGeom>
          <a:ln w="444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19"/>
          <p:cNvSpPr>
            <a:spLocks noChangeArrowheads="1"/>
          </p:cNvSpPr>
          <p:nvPr/>
        </p:nvSpPr>
        <p:spPr bwMode="auto">
          <a:xfrm>
            <a:off x="4579777" y="3385343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bg1">
                <a:lumMod val="85000"/>
              </a:schemeClr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  <a:latin typeface="Arial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2743200" y="1371601"/>
            <a:ext cx="0" cy="416083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2743200" y="5532435"/>
            <a:ext cx="4876800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34"/>
          <p:cNvCxnSpPr>
            <a:cxnSpLocks noChangeShapeType="1"/>
          </p:cNvCxnSpPr>
          <p:nvPr/>
        </p:nvCxnSpPr>
        <p:spPr bwMode="auto">
          <a:xfrm>
            <a:off x="3733800" y="2615406"/>
            <a:ext cx="0" cy="2917028"/>
          </a:xfrm>
          <a:prstGeom prst="line">
            <a:avLst/>
          </a:prstGeom>
          <a:noFill/>
          <a:ln w="22225" algn="ctr">
            <a:solidFill>
              <a:schemeClr val="tx1">
                <a:lumMod val="50000"/>
                <a:lumOff val="50000"/>
              </a:scheme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74" name="Straight Connector 34"/>
          <p:cNvCxnSpPr>
            <a:cxnSpLocks noChangeShapeType="1"/>
          </p:cNvCxnSpPr>
          <p:nvPr/>
        </p:nvCxnSpPr>
        <p:spPr bwMode="auto">
          <a:xfrm>
            <a:off x="4344195" y="3200400"/>
            <a:ext cx="0" cy="2332034"/>
          </a:xfrm>
          <a:prstGeom prst="line">
            <a:avLst/>
          </a:prstGeom>
          <a:noFill/>
          <a:ln w="22225" algn="ctr">
            <a:solidFill>
              <a:schemeClr val="tx1">
                <a:lumMod val="50000"/>
                <a:lumOff val="50000"/>
              </a:scheme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76" name="Straight Connector 34"/>
          <p:cNvCxnSpPr>
            <a:cxnSpLocks noChangeShapeType="1"/>
          </p:cNvCxnSpPr>
          <p:nvPr/>
        </p:nvCxnSpPr>
        <p:spPr bwMode="auto">
          <a:xfrm>
            <a:off x="4037013" y="2895600"/>
            <a:ext cx="2383" cy="2636834"/>
          </a:xfrm>
          <a:prstGeom prst="line">
            <a:avLst/>
          </a:prstGeom>
          <a:noFill/>
          <a:ln w="22225" algn="ctr">
            <a:solidFill>
              <a:schemeClr val="tx1">
                <a:lumMod val="50000"/>
                <a:lumOff val="50000"/>
              </a:scheme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77" name="Straight Connector 34"/>
          <p:cNvCxnSpPr>
            <a:cxnSpLocks noChangeShapeType="1"/>
          </p:cNvCxnSpPr>
          <p:nvPr/>
        </p:nvCxnSpPr>
        <p:spPr bwMode="auto">
          <a:xfrm flipH="1">
            <a:off x="3402329" y="2340606"/>
            <a:ext cx="6032" cy="3191829"/>
          </a:xfrm>
          <a:prstGeom prst="line">
            <a:avLst/>
          </a:prstGeom>
          <a:noFill/>
          <a:ln w="22225" algn="ctr">
            <a:solidFill>
              <a:schemeClr val="tx1">
                <a:lumMod val="50000"/>
                <a:lumOff val="50000"/>
              </a:scheme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94" name="Rectangle 8"/>
          <p:cNvSpPr>
            <a:spLocks noChangeArrowheads="1"/>
          </p:cNvSpPr>
          <p:nvPr/>
        </p:nvSpPr>
        <p:spPr bwMode="auto">
          <a:xfrm>
            <a:off x="2446498" y="1371601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96" name="Line 28"/>
          <p:cNvSpPr>
            <a:spLocks noChangeShapeType="1"/>
          </p:cNvSpPr>
          <p:nvPr/>
        </p:nvSpPr>
        <p:spPr bwMode="auto">
          <a:xfrm>
            <a:off x="3046412" y="5562601"/>
            <a:ext cx="1588" cy="128587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" name="Line 34"/>
          <p:cNvSpPr>
            <a:spLocks noChangeShapeType="1"/>
          </p:cNvSpPr>
          <p:nvPr/>
        </p:nvSpPr>
        <p:spPr bwMode="auto">
          <a:xfrm>
            <a:off x="3406775" y="5541168"/>
            <a:ext cx="1587" cy="128588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103" name="Straight Connector 102"/>
          <p:cNvCxnSpPr/>
          <p:nvPr/>
        </p:nvCxnSpPr>
        <p:spPr>
          <a:xfrm>
            <a:off x="2701766" y="4572000"/>
            <a:ext cx="727235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/>
          <p:nvPr/>
        </p:nvCxnSpPr>
        <p:spPr>
          <a:xfrm flipV="1">
            <a:off x="2749550" y="4876801"/>
            <a:ext cx="298450" cy="285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2749550" y="3506788"/>
            <a:ext cx="298450" cy="138112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ounded Rectangle 111"/>
          <p:cNvSpPr/>
          <p:nvPr/>
        </p:nvSpPr>
        <p:spPr>
          <a:xfrm>
            <a:off x="3429000" y="2057401"/>
            <a:ext cx="990601" cy="1066799"/>
          </a:xfrm>
          <a:prstGeom prst="roundRect">
            <a:avLst>
              <a:gd name="adj" fmla="val 9475"/>
            </a:avLst>
          </a:prstGeom>
          <a:solidFill>
            <a:srgbClr val="009999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ct val="50000"/>
              </a:spcBef>
            </a:pPr>
            <a:r>
              <a:rPr lang="en-US" altLang="en-US" sz="2000" dirty="0">
                <a:solidFill>
                  <a:schemeClr val="bg1">
                    <a:lumMod val="9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The price is $6…</a:t>
            </a:r>
            <a:endParaRPr lang="en-US" altLang="en-US" sz="2000" i="1" baseline="-25000" dirty="0">
              <a:solidFill>
                <a:schemeClr val="bg1">
                  <a:lumMod val="95000"/>
                </a:schemeClr>
              </a:solidFill>
              <a:latin typeface="Open Sans" charset="0"/>
              <a:ea typeface="Open Sans" charset="0"/>
              <a:cs typeface="Open Sans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Rounded Rectangle 115"/>
              <p:cNvSpPr/>
              <p:nvPr/>
            </p:nvSpPr>
            <p:spPr>
              <a:xfrm>
                <a:off x="6429382" y="2209801"/>
                <a:ext cx="3019419" cy="1003765"/>
              </a:xfrm>
              <a:prstGeom prst="roundRect">
                <a:avLst>
                  <a:gd name="adj" fmla="val 9475"/>
                </a:avLst>
              </a:prstGeom>
              <a:solidFill>
                <a:srgbClr val="009999"/>
              </a:solidFill>
              <a:ln>
                <a:noFill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en-US" sz="2000" dirty="0">
                    <a:solidFill>
                      <a:schemeClr val="bg1">
                        <a:lumMod val="95000"/>
                      </a:schemeClr>
                    </a:solidFill>
                    <a:latin typeface="Open Sans" charset="0"/>
                    <a:ea typeface="Open Sans" charset="0"/>
                    <a:cs typeface="Open Sans" charset="0"/>
                  </a:rPr>
                  <a:t>Producer A’s surplus is  $6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charset="0"/>
                        <a:ea typeface="Open Sans" charset="0"/>
                        <a:cs typeface="Open Sans" charset="0"/>
                      </a:rPr>
                      <m:t>−</m:t>
                    </m:r>
                  </m:oMath>
                </a14:m>
                <a:r>
                  <a:rPr lang="en-US" altLang="en-US" sz="2000" dirty="0">
                    <a:solidFill>
                      <a:schemeClr val="bg1">
                        <a:lumMod val="95000"/>
                      </a:schemeClr>
                    </a:solidFill>
                    <a:latin typeface="Open Sans" charset="0"/>
                    <a:ea typeface="Open Sans" charset="0"/>
                    <a:cs typeface="Open Sans" charset="0"/>
                  </a:rPr>
                  <a:t> $2 = $4.</a:t>
                </a:r>
                <a:endParaRPr lang="en-US" altLang="en-US" sz="2000" i="1" baseline="-25000" dirty="0">
                  <a:solidFill>
                    <a:schemeClr val="bg1">
                      <a:lumMod val="95000"/>
                    </a:schemeClr>
                  </a:solidFill>
                  <a:latin typeface="Open Sans" charset="0"/>
                  <a:ea typeface="Open Sans" charset="0"/>
                  <a:cs typeface="Open Sans" charset="0"/>
                </a:endParaRPr>
              </a:p>
            </p:txBody>
          </p:sp>
        </mc:Choice>
        <mc:Fallback xmlns="">
          <p:sp>
            <p:nvSpPr>
              <p:cNvPr id="116" name="Rounded Rectangle 1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382" y="2209801"/>
                <a:ext cx="3019419" cy="1003765"/>
              </a:xfrm>
              <a:prstGeom prst="roundRect">
                <a:avLst>
                  <a:gd name="adj" fmla="val 9475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/>
          <p:cNvCxnSpPr>
            <a:stCxn id="60" idx="1"/>
          </p:cNvCxnSpPr>
          <p:nvPr/>
        </p:nvCxnSpPr>
        <p:spPr>
          <a:xfrm flipH="1">
            <a:off x="3074991" y="4700588"/>
            <a:ext cx="849308" cy="187324"/>
          </a:xfrm>
          <a:prstGeom prst="straightConnector1">
            <a:avLst/>
          </a:prstGeom>
          <a:ln w="38100">
            <a:solidFill>
              <a:srgbClr val="00808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/>
          <p:nvPr/>
        </p:nvCxnSpPr>
        <p:spPr>
          <a:xfrm flipH="1">
            <a:off x="3046412" y="3070226"/>
            <a:ext cx="420688" cy="428465"/>
          </a:xfrm>
          <a:prstGeom prst="straightConnector1">
            <a:avLst/>
          </a:prstGeom>
          <a:ln w="38100">
            <a:solidFill>
              <a:srgbClr val="00808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Rectangle 120"/>
          <p:cNvSpPr/>
          <p:nvPr/>
        </p:nvSpPr>
        <p:spPr>
          <a:xfrm>
            <a:off x="3074989" y="3506788"/>
            <a:ext cx="313114" cy="1065213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Rounded Rectangle 121"/>
              <p:cNvSpPr/>
              <p:nvPr/>
            </p:nvSpPr>
            <p:spPr>
              <a:xfrm>
                <a:off x="6429382" y="3429001"/>
                <a:ext cx="3019419" cy="1316995"/>
              </a:xfrm>
              <a:prstGeom prst="roundRect">
                <a:avLst>
                  <a:gd name="adj" fmla="val 9475"/>
                </a:avLst>
              </a:prstGeom>
              <a:solidFill>
                <a:srgbClr val="009999"/>
              </a:solidFill>
              <a:ln>
                <a:noFill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en-US" sz="2000" dirty="0">
                    <a:solidFill>
                      <a:schemeClr val="bg1">
                        <a:lumMod val="95000"/>
                      </a:schemeClr>
                    </a:solidFill>
                    <a:latin typeface="Open Sans" charset="0"/>
                    <a:ea typeface="Open Sans" charset="0"/>
                    <a:cs typeface="Open Sans" charset="0"/>
                  </a:rPr>
                  <a:t>Producer B is willing to sell at $3; producer surplus is $6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charset="0"/>
                        <a:ea typeface="Open Sans" charset="0"/>
                        <a:cs typeface="Open Sans" charset="0"/>
                      </a:rPr>
                      <m:t>−</m:t>
                    </m:r>
                  </m:oMath>
                </a14:m>
                <a:r>
                  <a:rPr lang="en-US" altLang="en-US" sz="2000" dirty="0">
                    <a:solidFill>
                      <a:schemeClr val="bg1">
                        <a:lumMod val="95000"/>
                      </a:schemeClr>
                    </a:solidFill>
                    <a:latin typeface="Open Sans" charset="0"/>
                    <a:ea typeface="Open Sans" charset="0"/>
                    <a:cs typeface="Open Sans" charset="0"/>
                  </a:rPr>
                  <a:t> $3 = $3.</a:t>
                </a:r>
                <a:endParaRPr lang="en-US" altLang="en-US" sz="2000" i="1" baseline="-25000" dirty="0">
                  <a:solidFill>
                    <a:schemeClr val="bg1">
                      <a:lumMod val="95000"/>
                    </a:schemeClr>
                  </a:solidFill>
                  <a:latin typeface="Open Sans" charset="0"/>
                  <a:ea typeface="Open Sans" charset="0"/>
                  <a:cs typeface="Open Sans" charset="0"/>
                </a:endParaRPr>
              </a:p>
            </p:txBody>
          </p:sp>
        </mc:Choice>
        <mc:Fallback xmlns="">
          <p:sp>
            <p:nvSpPr>
              <p:cNvPr id="122" name="Rounded Rectangle 1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382" y="3429001"/>
                <a:ext cx="3019419" cy="1316995"/>
              </a:xfrm>
              <a:prstGeom prst="roundRect">
                <a:avLst>
                  <a:gd name="adj" fmla="val 9475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Rounded Rectangle 122"/>
          <p:cNvSpPr/>
          <p:nvPr/>
        </p:nvSpPr>
        <p:spPr>
          <a:xfrm>
            <a:off x="7519990" y="4931404"/>
            <a:ext cx="1852610" cy="402597"/>
          </a:xfrm>
          <a:prstGeom prst="roundRect">
            <a:avLst>
              <a:gd name="adj" fmla="val 9475"/>
            </a:avLst>
          </a:prstGeom>
          <a:solidFill>
            <a:srgbClr val="009999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ct val="50000"/>
              </a:spcBef>
            </a:pPr>
            <a:r>
              <a:rPr lang="en-US" altLang="en-US" sz="2000" dirty="0">
                <a:solidFill>
                  <a:schemeClr val="bg1">
                    <a:lumMod val="9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And so on…</a:t>
            </a:r>
            <a:endParaRPr lang="en-US" altLang="en-US" sz="2000" i="1" baseline="-25000" dirty="0">
              <a:solidFill>
                <a:schemeClr val="bg1">
                  <a:lumMod val="95000"/>
                </a:schemeClr>
              </a:solidFill>
              <a:latin typeface="Open Sans" charset="0"/>
              <a:ea typeface="Open Sans" charset="0"/>
              <a:cs typeface="Open Sans" charset="0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3924300" y="4191001"/>
            <a:ext cx="2400301" cy="1019175"/>
          </a:xfrm>
          <a:prstGeom prst="roundRect">
            <a:avLst>
              <a:gd name="adj" fmla="val 9475"/>
            </a:avLst>
          </a:prstGeom>
          <a:solidFill>
            <a:srgbClr val="009999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ct val="50000"/>
              </a:spcBef>
            </a:pPr>
            <a:r>
              <a:rPr lang="en-US" altLang="en-US" sz="2000" dirty="0">
                <a:solidFill>
                  <a:schemeClr val="bg1">
                    <a:lumMod val="9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…but producer A is willing to sell at $2.</a:t>
            </a:r>
            <a:endParaRPr lang="en-US" altLang="en-US" sz="2000" i="1" baseline="-25000" dirty="0">
              <a:solidFill>
                <a:schemeClr val="bg1">
                  <a:lumMod val="95000"/>
                </a:schemeClr>
              </a:solidFill>
              <a:latin typeface="Open Sans" charset="0"/>
              <a:ea typeface="Open Sans" charset="0"/>
              <a:cs typeface="Open Sans" charset="0"/>
            </a:endParaRPr>
          </a:p>
        </p:txBody>
      </p:sp>
      <p:sp>
        <p:nvSpPr>
          <p:cNvPr id="97" name="Rectangle 6"/>
          <p:cNvSpPr>
            <a:spLocks noChangeArrowheads="1"/>
          </p:cNvSpPr>
          <p:nvPr/>
        </p:nvSpPr>
        <p:spPr bwMode="auto">
          <a:xfrm>
            <a:off x="2498340" y="4124484"/>
            <a:ext cx="603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08" name="Rectangle 7"/>
          <p:cNvSpPr>
            <a:spLocks noChangeArrowheads="1"/>
          </p:cNvSpPr>
          <p:nvPr/>
        </p:nvSpPr>
        <p:spPr bwMode="auto">
          <a:xfrm>
            <a:off x="2438400" y="5159375"/>
            <a:ext cx="182742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1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10" name="Rectangle 8"/>
          <p:cNvSpPr>
            <a:spLocks noChangeArrowheads="1"/>
          </p:cNvSpPr>
          <p:nvPr/>
        </p:nvSpPr>
        <p:spPr bwMode="auto">
          <a:xfrm>
            <a:off x="2486046" y="4832351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18" name="Line 23"/>
          <p:cNvSpPr>
            <a:spLocks noChangeShapeType="1"/>
          </p:cNvSpPr>
          <p:nvPr/>
        </p:nvSpPr>
        <p:spPr bwMode="auto">
          <a:xfrm>
            <a:off x="2612907" y="5233989"/>
            <a:ext cx="128587" cy="1587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" name="Rectangle 7"/>
          <p:cNvSpPr>
            <a:spLocks noChangeArrowheads="1"/>
          </p:cNvSpPr>
          <p:nvPr/>
        </p:nvSpPr>
        <p:spPr bwMode="auto">
          <a:xfrm>
            <a:off x="2438400" y="4800600"/>
            <a:ext cx="182742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2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24" name="Rectangle 8"/>
          <p:cNvSpPr>
            <a:spLocks noChangeArrowheads="1"/>
          </p:cNvSpPr>
          <p:nvPr/>
        </p:nvSpPr>
        <p:spPr bwMode="auto">
          <a:xfrm>
            <a:off x="2518095" y="4625976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26" name="Line 23"/>
          <p:cNvSpPr>
            <a:spLocks noChangeShapeType="1"/>
          </p:cNvSpPr>
          <p:nvPr/>
        </p:nvSpPr>
        <p:spPr bwMode="auto">
          <a:xfrm>
            <a:off x="2608304" y="4886326"/>
            <a:ext cx="128587" cy="1587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7" name="Rectangle 7"/>
          <p:cNvSpPr>
            <a:spLocks noChangeArrowheads="1"/>
          </p:cNvSpPr>
          <p:nvPr/>
        </p:nvSpPr>
        <p:spPr bwMode="auto">
          <a:xfrm>
            <a:off x="2438400" y="4462789"/>
            <a:ext cx="182742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3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28" name="Rectangle 8"/>
          <p:cNvSpPr>
            <a:spLocks noChangeArrowheads="1"/>
          </p:cNvSpPr>
          <p:nvPr/>
        </p:nvSpPr>
        <p:spPr bwMode="auto">
          <a:xfrm>
            <a:off x="2518095" y="4342141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29" name="Line 23"/>
          <p:cNvSpPr>
            <a:spLocks noChangeShapeType="1"/>
          </p:cNvSpPr>
          <p:nvPr/>
        </p:nvSpPr>
        <p:spPr bwMode="auto">
          <a:xfrm>
            <a:off x="2601913" y="4572001"/>
            <a:ext cx="145891" cy="1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1" name="Rectangle 7"/>
          <p:cNvSpPr>
            <a:spLocks noChangeArrowheads="1"/>
          </p:cNvSpPr>
          <p:nvPr/>
        </p:nvSpPr>
        <p:spPr bwMode="auto">
          <a:xfrm>
            <a:off x="2438400" y="4121637"/>
            <a:ext cx="182742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4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33" name="Rectangle 8"/>
          <p:cNvSpPr>
            <a:spLocks noChangeArrowheads="1"/>
          </p:cNvSpPr>
          <p:nvPr/>
        </p:nvSpPr>
        <p:spPr bwMode="auto">
          <a:xfrm>
            <a:off x="2518095" y="3830966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dirty="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34" name="Line 23"/>
          <p:cNvSpPr>
            <a:spLocks noChangeShapeType="1"/>
          </p:cNvSpPr>
          <p:nvPr/>
        </p:nvSpPr>
        <p:spPr bwMode="auto">
          <a:xfrm>
            <a:off x="2637473" y="4255454"/>
            <a:ext cx="128587" cy="1587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5" name="Rectangle 7"/>
          <p:cNvSpPr>
            <a:spLocks noChangeArrowheads="1"/>
          </p:cNvSpPr>
          <p:nvPr/>
        </p:nvSpPr>
        <p:spPr bwMode="auto">
          <a:xfrm>
            <a:off x="2438400" y="3733800"/>
            <a:ext cx="182742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5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36" name="Rectangle 8"/>
          <p:cNvSpPr>
            <a:spLocks noChangeArrowheads="1"/>
          </p:cNvSpPr>
          <p:nvPr/>
        </p:nvSpPr>
        <p:spPr bwMode="auto">
          <a:xfrm>
            <a:off x="2518095" y="3581401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37" name="Line 23"/>
          <p:cNvSpPr>
            <a:spLocks noChangeShapeType="1"/>
          </p:cNvSpPr>
          <p:nvPr/>
        </p:nvSpPr>
        <p:spPr bwMode="auto">
          <a:xfrm>
            <a:off x="2614614" y="3884614"/>
            <a:ext cx="128587" cy="1587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9" name="Rectangle 8"/>
          <p:cNvSpPr>
            <a:spLocks noChangeArrowheads="1"/>
          </p:cNvSpPr>
          <p:nvPr/>
        </p:nvSpPr>
        <p:spPr bwMode="auto">
          <a:xfrm>
            <a:off x="2518095" y="3559176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9144000" y="6553200"/>
            <a:ext cx="8171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Century Gothic" panose="020B0502020202020204" pitchFamily="34" charset="0"/>
              </a:rPr>
              <a:t>SLIDE </a:t>
            </a:r>
            <a:fld id="{6FD6B7A6-E1EC-4D2B-BE3B-190BA12621E0}" type="slidenum">
              <a:rPr lang="en-US" sz="110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30</a:t>
            </a:fld>
            <a:endParaRPr lang="en-US" sz="11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5183278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" grpId="0" animBg="1"/>
      <p:bldP spid="121" grpId="0" animBg="1"/>
      <p:bldP spid="122" grpId="0" animBg="1"/>
      <p:bldP spid="12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89C03-BED2-7E4E-8469-4C2AED77D5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0689"/>
            <a:ext cx="10972800" cy="59554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Four different students each have one textbook they might sell back to the bookstore. Below is each student’s reservation price: the lowest price at which they would be willing to sell the book. </a:t>
            </a:r>
          </a:p>
          <a:p>
            <a:pPr marL="0" indent="0">
              <a:buNone/>
            </a:pPr>
            <a:r>
              <a:rPr lang="en-US" sz="2800" dirty="0"/>
              <a:t>The bookstore is buying textbooks at a price of $25. </a:t>
            </a:r>
          </a:p>
          <a:p>
            <a:endParaRPr lang="en-US" sz="28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94A2A7-6C89-8449-AC32-F69B73307B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0510065"/>
              </p:ext>
            </p:extLst>
          </p:nvPr>
        </p:nvGraphicFramePr>
        <p:xfrm>
          <a:off x="609600" y="2660904"/>
          <a:ext cx="4447985" cy="2829560"/>
        </p:xfrm>
        <a:graphic>
          <a:graphicData uri="http://schemas.openxmlformats.org/drawingml/2006/table">
            <a:tbl>
              <a:tblPr/>
              <a:tblGrid>
                <a:gridCol w="1511963">
                  <a:extLst>
                    <a:ext uri="{9D8B030D-6E8A-4147-A177-3AD203B41FA5}">
                      <a16:colId xmlns:a16="http://schemas.microsoft.com/office/drawing/2014/main" val="4288233717"/>
                    </a:ext>
                  </a:extLst>
                </a:gridCol>
                <a:gridCol w="2936022">
                  <a:extLst>
                    <a:ext uri="{9D8B030D-6E8A-4147-A177-3AD203B41FA5}">
                      <a16:colId xmlns:a16="http://schemas.microsoft.com/office/drawing/2014/main" val="1833253671"/>
                    </a:ext>
                  </a:extLst>
                </a:gridCol>
              </a:tblGrid>
              <a:tr h="464039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Seller</a:t>
                      </a:r>
                      <a:endParaRPr lang="en-US" sz="2400" b="1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Seller’s Reservation Price</a:t>
                      </a:r>
                      <a:endParaRPr lang="en-US" sz="2400" b="1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5742405"/>
                  </a:ext>
                </a:extLst>
              </a:tr>
              <a:tr h="464039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Alex</a:t>
                      </a:r>
                      <a:endParaRPr lang="en-US" sz="24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$12</a:t>
                      </a:r>
                      <a:endParaRPr lang="en-US" sz="24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3871225"/>
                  </a:ext>
                </a:extLst>
              </a:tr>
              <a:tr h="464039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Piper</a:t>
                      </a:r>
                      <a:endParaRPr lang="en-US" sz="24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$16</a:t>
                      </a:r>
                      <a:endParaRPr lang="en-US" sz="24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5984170"/>
                  </a:ext>
                </a:extLst>
              </a:tr>
              <a:tr h="464039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Daya</a:t>
                      </a:r>
                      <a:endParaRPr lang="en-US" sz="24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$22</a:t>
                      </a:r>
                      <a:endParaRPr lang="en-US" sz="24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8594790"/>
                  </a:ext>
                </a:extLst>
              </a:tr>
              <a:tr h="464039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Red</a:t>
                      </a:r>
                      <a:endParaRPr lang="en-US" sz="24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$30</a:t>
                      </a:r>
                      <a:endParaRPr lang="en-US" sz="24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134857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374F4A3-D405-4E42-A082-2C293643D375}"/>
              </a:ext>
            </a:extLst>
          </p:cNvPr>
          <p:cNvSpPr txBox="1"/>
          <p:nvPr/>
        </p:nvSpPr>
        <p:spPr>
          <a:xfrm>
            <a:off x="6620256" y="2586735"/>
            <a:ext cx="42672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How many students will sell their textbooks? </a:t>
            </a:r>
          </a:p>
          <a:p>
            <a:endParaRPr lang="en-US" sz="2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+mj-lt"/>
              <a:buAutoNum type="alphaLcParenR"/>
            </a:pP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</a:t>
            </a:r>
          </a:p>
          <a:p>
            <a:pPr marL="342900" indent="-342900">
              <a:buFont typeface="+mj-lt"/>
              <a:buAutoNum type="alphaLcParenR"/>
            </a:pP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</a:t>
            </a:r>
          </a:p>
          <a:p>
            <a:pPr marL="342900" indent="-342900">
              <a:buFont typeface="+mj-lt"/>
              <a:buAutoNum type="alphaLcParenR"/>
            </a:pP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</a:t>
            </a:r>
          </a:p>
          <a:p>
            <a:pPr marL="342900" indent="-342900">
              <a:buFont typeface="+mj-lt"/>
              <a:buAutoNum type="alphaLcParenR"/>
            </a:pP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</a:t>
            </a:r>
          </a:p>
          <a:p>
            <a:pPr marL="342900" indent="-342900">
              <a:buFont typeface="+mj-lt"/>
              <a:buAutoNum type="alphaLcParenR"/>
            </a:pP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5502889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ound Diagonal Corner Rectangle 52"/>
          <p:cNvSpPr/>
          <p:nvPr/>
        </p:nvSpPr>
        <p:spPr>
          <a:xfrm>
            <a:off x="1676400" y="152400"/>
            <a:ext cx="6858000" cy="6096000"/>
          </a:xfrm>
          <a:prstGeom prst="round2DiagRect">
            <a:avLst>
              <a:gd name="adj1" fmla="val 6583"/>
              <a:gd name="adj2" fmla="val 0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ound Diagonal Corner Rectangle 53"/>
          <p:cNvSpPr/>
          <p:nvPr/>
        </p:nvSpPr>
        <p:spPr>
          <a:xfrm>
            <a:off x="1676400" y="152400"/>
            <a:ext cx="6858000" cy="718070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008080"/>
          </a:solidFill>
          <a:ln>
            <a:solidFill>
              <a:srgbClr val="0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/>
          <p:cNvSpPr txBox="1"/>
          <p:nvPr/>
        </p:nvSpPr>
        <p:spPr>
          <a:xfrm>
            <a:off x="1666082" y="211353"/>
            <a:ext cx="678021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300" b="1" dirty="0">
                <a:solidFill>
                  <a:schemeClr val="bg1"/>
                </a:solidFill>
                <a:latin typeface="Century Gothic" panose="020B0502020202020204" pitchFamily="34" charset="0"/>
              </a:rPr>
              <a:t>TOTAL PRODUCER SURPLUS</a:t>
            </a:r>
            <a:endParaRPr lang="en-US" sz="28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06" name="Rectangle 7"/>
          <p:cNvSpPr>
            <a:spLocks noChangeArrowheads="1"/>
          </p:cNvSpPr>
          <p:nvPr/>
        </p:nvSpPr>
        <p:spPr bwMode="auto">
          <a:xfrm>
            <a:off x="2438400" y="3352800"/>
            <a:ext cx="182742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6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07" name="Rectangle 8"/>
          <p:cNvSpPr>
            <a:spLocks noChangeArrowheads="1"/>
          </p:cNvSpPr>
          <p:nvPr/>
        </p:nvSpPr>
        <p:spPr bwMode="auto">
          <a:xfrm>
            <a:off x="2451101" y="3101976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09" name="Rectangle 10"/>
          <p:cNvSpPr>
            <a:spLocks noChangeArrowheads="1"/>
          </p:cNvSpPr>
          <p:nvPr/>
        </p:nvSpPr>
        <p:spPr bwMode="auto">
          <a:xfrm>
            <a:off x="2451101" y="3589337"/>
            <a:ext cx="603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13" name="Rectangle 14"/>
          <p:cNvSpPr>
            <a:spLocks noChangeArrowheads="1"/>
          </p:cNvSpPr>
          <p:nvPr/>
        </p:nvSpPr>
        <p:spPr bwMode="auto">
          <a:xfrm>
            <a:off x="2544762" y="5605462"/>
            <a:ext cx="122238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0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14" name="Rectangle 15"/>
          <p:cNvSpPr>
            <a:spLocks noChangeArrowheads="1"/>
          </p:cNvSpPr>
          <p:nvPr/>
        </p:nvSpPr>
        <p:spPr bwMode="auto">
          <a:xfrm>
            <a:off x="2747962" y="5715000"/>
            <a:ext cx="2357438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            </a:t>
            </a:r>
            <a:r>
              <a:rPr lang="en-US" sz="300" b="1" dirty="0">
                <a:solidFill>
                  <a:srgbClr val="1F1A17"/>
                </a:solidFill>
                <a:latin typeface="Arial" pitchFamily="34" charset="0"/>
              </a:rPr>
              <a:t>                      </a:t>
            </a: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               6                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15" name="Rectangle 16"/>
          <p:cNvSpPr>
            <a:spLocks noChangeArrowheads="1"/>
          </p:cNvSpPr>
          <p:nvPr/>
        </p:nvSpPr>
        <p:spPr bwMode="auto">
          <a:xfrm>
            <a:off x="7669212" y="5410201"/>
            <a:ext cx="179536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b="1" i="1" dirty="0">
                <a:solidFill>
                  <a:srgbClr val="1F1A17"/>
                </a:solidFill>
                <a:latin typeface="Arial" pitchFamily="34" charset="0"/>
              </a:rPr>
              <a:t>Q</a:t>
            </a:r>
            <a:endParaRPr lang="en-US" sz="2800" i="1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20" name="Line 23"/>
          <p:cNvSpPr>
            <a:spLocks noChangeShapeType="1"/>
          </p:cNvSpPr>
          <p:nvPr/>
        </p:nvSpPr>
        <p:spPr bwMode="auto">
          <a:xfrm>
            <a:off x="2619217" y="3503614"/>
            <a:ext cx="128587" cy="1587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" name="Line 34"/>
          <p:cNvSpPr>
            <a:spLocks noChangeShapeType="1"/>
          </p:cNvSpPr>
          <p:nvPr/>
        </p:nvSpPr>
        <p:spPr bwMode="auto">
          <a:xfrm>
            <a:off x="4681856" y="5562600"/>
            <a:ext cx="1587" cy="128588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" name="Text Box 37"/>
          <p:cNvSpPr txBox="1">
            <a:spLocks noChangeArrowheads="1"/>
          </p:cNvSpPr>
          <p:nvPr/>
        </p:nvSpPr>
        <p:spPr bwMode="auto">
          <a:xfrm>
            <a:off x="2335212" y="1295401"/>
            <a:ext cx="533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Times" pitchFamily="18" charset="0"/>
              <a:buChar char="•"/>
              <a:defRPr sz="40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w"/>
              <a:defRPr sz="2400"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Font typeface="Times" pitchFamily="18" charset="0"/>
              <a:buChar char="•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i="1" dirty="0"/>
              <a:t>P</a:t>
            </a:r>
          </a:p>
        </p:txBody>
      </p:sp>
      <p:sp>
        <p:nvSpPr>
          <p:cNvPr id="59" name="Text Box 11"/>
          <p:cNvSpPr txBox="1">
            <a:spLocks noChangeArrowheads="1"/>
          </p:cNvSpPr>
          <p:nvPr/>
        </p:nvSpPr>
        <p:spPr bwMode="auto">
          <a:xfrm>
            <a:off x="6407150" y="1504950"/>
            <a:ext cx="450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i="1" dirty="0">
                <a:solidFill>
                  <a:srgbClr val="0070C0"/>
                </a:solidFill>
                <a:latin typeface="Arial" charset="0"/>
              </a:rPr>
              <a:t>S</a:t>
            </a:r>
            <a:r>
              <a:rPr lang="en-US" altLang="en-US" sz="2000" b="1" baseline="-25000" dirty="0">
                <a:solidFill>
                  <a:srgbClr val="0070C0"/>
                </a:solidFill>
                <a:latin typeface="Arial" charset="0"/>
              </a:rPr>
              <a:t>0</a:t>
            </a:r>
          </a:p>
        </p:txBody>
      </p:sp>
      <p:sp>
        <p:nvSpPr>
          <p:cNvPr id="61" name="Text Box 12"/>
          <p:cNvSpPr txBox="1">
            <a:spLocks noChangeArrowheads="1"/>
          </p:cNvSpPr>
          <p:nvPr/>
        </p:nvSpPr>
        <p:spPr bwMode="auto">
          <a:xfrm>
            <a:off x="6545264" y="5010150"/>
            <a:ext cx="4651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i="1" dirty="0">
                <a:solidFill>
                  <a:srgbClr val="FF0000"/>
                </a:solidFill>
                <a:latin typeface="Arial" charset="0"/>
              </a:rPr>
              <a:t>D</a:t>
            </a:r>
            <a:r>
              <a:rPr lang="en-US" altLang="en-US" sz="2000" b="1" baseline="-25000" dirty="0">
                <a:solidFill>
                  <a:srgbClr val="FF0000"/>
                </a:solidFill>
                <a:latin typeface="Arial" charset="0"/>
              </a:rPr>
              <a:t>0</a:t>
            </a:r>
          </a:p>
        </p:txBody>
      </p:sp>
      <p:sp>
        <p:nvSpPr>
          <p:cNvPr id="64" name="Line 13"/>
          <p:cNvSpPr>
            <a:spLocks noChangeShapeType="1"/>
          </p:cNvSpPr>
          <p:nvPr/>
        </p:nvSpPr>
        <p:spPr bwMode="auto">
          <a:xfrm flipH="1">
            <a:off x="2747962" y="3505200"/>
            <a:ext cx="1981200" cy="0"/>
          </a:xfrm>
          <a:prstGeom prst="line">
            <a:avLst/>
          </a:prstGeom>
          <a:noFill/>
          <a:ln w="22225">
            <a:solidFill>
              <a:schemeClr val="tx1">
                <a:lumMod val="50000"/>
                <a:lumOff val="50000"/>
              </a:scheme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latin typeface="Calibri" pitchFamily="34" charset="0"/>
              <a:cs typeface="Arial" charset="0"/>
            </a:endParaRPr>
          </a:p>
        </p:txBody>
      </p:sp>
      <p:cxnSp>
        <p:nvCxnSpPr>
          <p:cNvPr id="66" name="Straight Connector 34"/>
          <p:cNvCxnSpPr>
            <a:cxnSpLocks noChangeShapeType="1"/>
          </p:cNvCxnSpPr>
          <p:nvPr/>
        </p:nvCxnSpPr>
        <p:spPr bwMode="auto">
          <a:xfrm>
            <a:off x="4671218" y="3513934"/>
            <a:ext cx="795" cy="2027234"/>
          </a:xfrm>
          <a:prstGeom prst="line">
            <a:avLst/>
          </a:prstGeom>
          <a:noFill/>
          <a:ln w="22225" algn="ctr">
            <a:solidFill>
              <a:schemeClr val="tx1">
                <a:lumMod val="50000"/>
                <a:lumOff val="50000"/>
              </a:scheme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5" name="Straight Connector 4"/>
          <p:cNvCxnSpPr/>
          <p:nvPr/>
        </p:nvCxnSpPr>
        <p:spPr>
          <a:xfrm>
            <a:off x="2743200" y="1752600"/>
            <a:ext cx="3810000" cy="3349128"/>
          </a:xfrm>
          <a:prstGeom prst="line">
            <a:avLst/>
          </a:prstGeom>
          <a:ln w="444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2743200" y="5532435"/>
            <a:ext cx="4876800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 8"/>
          <p:cNvSpPr>
            <a:spLocks noChangeArrowheads="1"/>
          </p:cNvSpPr>
          <p:nvPr/>
        </p:nvSpPr>
        <p:spPr bwMode="auto">
          <a:xfrm>
            <a:off x="2446498" y="1371601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dirty="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36" name="Rectangle 8"/>
          <p:cNvSpPr>
            <a:spLocks noChangeArrowheads="1"/>
          </p:cNvSpPr>
          <p:nvPr/>
        </p:nvSpPr>
        <p:spPr bwMode="auto">
          <a:xfrm>
            <a:off x="2518095" y="3581401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39" name="Rectangle 8"/>
          <p:cNvSpPr>
            <a:spLocks noChangeArrowheads="1"/>
          </p:cNvSpPr>
          <p:nvPr/>
        </p:nvSpPr>
        <p:spPr bwMode="auto">
          <a:xfrm>
            <a:off x="2518095" y="3559176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62" name="Rectangle 7"/>
          <p:cNvSpPr>
            <a:spLocks noChangeArrowheads="1"/>
          </p:cNvSpPr>
          <p:nvPr/>
        </p:nvSpPr>
        <p:spPr bwMode="auto">
          <a:xfrm>
            <a:off x="2433797" y="5105400"/>
            <a:ext cx="182742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1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65" name="Line 23"/>
          <p:cNvSpPr>
            <a:spLocks noChangeShapeType="1"/>
          </p:cNvSpPr>
          <p:nvPr/>
        </p:nvSpPr>
        <p:spPr bwMode="auto">
          <a:xfrm>
            <a:off x="2614614" y="5256214"/>
            <a:ext cx="128587" cy="1587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Isosceles Triangle 5"/>
          <p:cNvSpPr/>
          <p:nvPr/>
        </p:nvSpPr>
        <p:spPr>
          <a:xfrm rot="19051192">
            <a:off x="1956361" y="3311662"/>
            <a:ext cx="2564408" cy="1263456"/>
          </a:xfrm>
          <a:prstGeom prst="triangle">
            <a:avLst>
              <a:gd name="adj" fmla="val 47103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/>
          <p:cNvCxnSpPr/>
          <p:nvPr/>
        </p:nvCxnSpPr>
        <p:spPr>
          <a:xfrm flipV="1">
            <a:off x="2743200" y="1883568"/>
            <a:ext cx="3663950" cy="3374234"/>
          </a:xfrm>
          <a:prstGeom prst="line">
            <a:avLst/>
          </a:prstGeom>
          <a:ln w="444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19"/>
          <p:cNvSpPr>
            <a:spLocks noChangeArrowheads="1"/>
          </p:cNvSpPr>
          <p:nvPr/>
        </p:nvSpPr>
        <p:spPr bwMode="auto">
          <a:xfrm>
            <a:off x="4579777" y="3385343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bg1">
                <a:lumMod val="85000"/>
              </a:schemeClr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  <a:latin typeface="Arial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2743200" y="1371601"/>
            <a:ext cx="0" cy="416083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 Box 37"/>
          <p:cNvSpPr txBox="1">
            <a:spLocks noChangeArrowheads="1"/>
          </p:cNvSpPr>
          <p:nvPr/>
        </p:nvSpPr>
        <p:spPr bwMode="auto">
          <a:xfrm>
            <a:off x="2819400" y="3620870"/>
            <a:ext cx="121920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Times" pitchFamily="18" charset="0"/>
              <a:buChar char="•"/>
              <a:defRPr sz="40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w"/>
              <a:defRPr sz="2400"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Font typeface="Times" pitchFamily="18" charset="0"/>
              <a:buChar char="•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/>
              <a:t>producer surplus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429382" y="2209801"/>
            <a:ext cx="2943219" cy="1003765"/>
          </a:xfrm>
          <a:prstGeom prst="roundRect">
            <a:avLst>
              <a:gd name="adj" fmla="val 9475"/>
            </a:avLst>
          </a:prstGeom>
          <a:solidFill>
            <a:srgbClr val="009999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ct val="50000"/>
              </a:spcBef>
            </a:pPr>
            <a:r>
              <a:rPr lang="en-US" alt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sum of all individual producer surplus</a:t>
            </a:r>
            <a:endParaRPr lang="en-US" altLang="en-US" sz="2000" i="1" baseline="-250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6429382" y="3429001"/>
            <a:ext cx="2943219" cy="1316995"/>
          </a:xfrm>
          <a:prstGeom prst="roundRect">
            <a:avLst>
              <a:gd name="adj" fmla="val 9475"/>
            </a:avLst>
          </a:prstGeom>
          <a:solidFill>
            <a:srgbClr val="009999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ct val="50000"/>
              </a:spcBef>
            </a:pPr>
            <a:r>
              <a:rPr lang="en-US" alt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area above the supply curve and below the price</a:t>
            </a:r>
            <a:endParaRPr lang="en-US" altLang="en-US" sz="2000" i="1" baseline="-250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153401" y="6560940"/>
            <a:ext cx="9589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CHAPTER 4</a:t>
            </a:r>
            <a:r>
              <a:rPr lang="en-US" sz="1100" dirty="0">
                <a:solidFill>
                  <a:srgbClr val="009999"/>
                </a:solidFill>
                <a:latin typeface="Century Gothic" panose="020B0502020202020204" pitchFamily="34" charset="0"/>
              </a:rPr>
              <a:t> </a:t>
            </a:r>
            <a:endParaRPr lang="en-US" sz="11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144000" y="6553200"/>
            <a:ext cx="8171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Century Gothic" panose="020B0502020202020204" pitchFamily="34" charset="0"/>
              </a:rPr>
              <a:t>SLIDE </a:t>
            </a:r>
            <a:fld id="{6FD6B7A6-E1EC-4D2B-BE3B-190BA12621E0}" type="slidenum">
              <a:rPr lang="en-US" sz="110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32</a:t>
            </a:fld>
            <a:endParaRPr lang="en-US" sz="11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8796500"/>
      </p:ext>
    </p:extLst>
  </p:cSld>
  <p:clrMapOvr>
    <a:masterClrMapping/>
  </p:clrMapOvr>
  <p:transition spd="slow">
    <p:fade thruBlk="1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E5C35B-E667-D94F-8BFA-7037AB712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1" y="846139"/>
            <a:ext cx="4957763" cy="50103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D78AFE-D7AB-2346-8FD8-3A0AF0D83769}"/>
              </a:ext>
            </a:extLst>
          </p:cNvPr>
          <p:cNvSpPr txBox="1"/>
          <p:nvPr/>
        </p:nvSpPr>
        <p:spPr>
          <a:xfrm>
            <a:off x="7310438" y="985838"/>
            <a:ext cx="4491418" cy="4332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If 400 hamburgers are sold, producer surplus will equal</a:t>
            </a:r>
          </a:p>
          <a:p>
            <a:endParaRPr lang="en-US" sz="2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$650</a:t>
            </a: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$400</a:t>
            </a: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$510</a:t>
            </a: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$200</a:t>
            </a:r>
          </a:p>
        </p:txBody>
      </p:sp>
    </p:spTree>
    <p:extLst>
      <p:ext uri="{BB962C8B-B14F-4D97-AF65-F5344CB8AC3E}">
        <p14:creationId xmlns:p14="http://schemas.microsoft.com/office/powerpoint/2010/main" val="33806585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E5C35B-E667-D94F-8BFA-7037AB712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33" y="923840"/>
            <a:ext cx="4957763" cy="50103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D78AFE-D7AB-2346-8FD8-3A0AF0D83769}"/>
              </a:ext>
            </a:extLst>
          </p:cNvPr>
          <p:cNvSpPr txBox="1"/>
          <p:nvPr/>
        </p:nvSpPr>
        <p:spPr>
          <a:xfrm>
            <a:off x="7310438" y="985837"/>
            <a:ext cx="411346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If the price falls from $1.50 to $1, what is the loss in producer surplus?</a:t>
            </a:r>
          </a:p>
          <a:p>
            <a:endParaRPr lang="en-US" sz="2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AutoNum type="alphaLcParenR"/>
            </a:pP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$50</a:t>
            </a:r>
          </a:p>
          <a:p>
            <a:pPr marL="342900" indent="-342900">
              <a:buAutoNum type="alphaLcParenR"/>
            </a:pP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$45</a:t>
            </a:r>
          </a:p>
          <a:p>
            <a:pPr marL="342900" indent="-342900">
              <a:buAutoNum type="alphaLcParenR"/>
            </a:pP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$150</a:t>
            </a:r>
          </a:p>
          <a:p>
            <a:pPr marL="342900" indent="-342900">
              <a:buAutoNum type="alphaLcParenR"/>
            </a:pP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$200</a:t>
            </a:r>
          </a:p>
        </p:txBody>
      </p:sp>
    </p:spTree>
    <p:extLst>
      <p:ext uri="{BB962C8B-B14F-4D97-AF65-F5344CB8AC3E}">
        <p14:creationId xmlns:p14="http://schemas.microsoft.com/office/powerpoint/2010/main" val="33089016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2133600" y="1447800"/>
            <a:ext cx="7315200" cy="4419600"/>
          </a:xfrm>
          <a:prstGeom prst="roundRect">
            <a:avLst>
              <a:gd name="adj" fmla="val 9873"/>
            </a:avLst>
          </a:prstGeom>
          <a:solidFill>
            <a:srgbClr val="009999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Open Sans" charset="0"/>
              <a:ea typeface="Open Sans" charset="0"/>
              <a:cs typeface="Open Sans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86000" y="457201"/>
            <a:ext cx="6248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008080"/>
                </a:solidFill>
                <a:latin typeface="Open Sans Condensed" charset="0"/>
                <a:ea typeface="Open Sans Condensed" charset="0"/>
                <a:cs typeface="Open Sans Condensed" charset="0"/>
              </a:rPr>
              <a:t>TOTAL SURPLUS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2253616" y="1676400"/>
            <a:ext cx="7195185" cy="3962400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US" sz="3900" dirty="0">
                <a:solidFill>
                  <a:schemeClr val="bg1"/>
                </a:solidFill>
                <a:latin typeface="Century Gothic" panose="020B0502020202020204" pitchFamily="34" charset="0"/>
              </a:rPr>
              <a:t>When markets are efficient, TS is MAXIMIZED! </a:t>
            </a:r>
          </a:p>
          <a:p>
            <a:pPr marL="0" indent="0">
              <a:buNone/>
              <a:defRPr/>
            </a:pPr>
            <a:endParaRPr lang="en-US" sz="4200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marL="0" indent="0" algn="ctr">
              <a:buNone/>
              <a:defRPr/>
            </a:pPr>
            <a:r>
              <a:rPr lang="en-US" sz="7100" dirty="0">
                <a:solidFill>
                  <a:schemeClr val="bg1"/>
                </a:solidFill>
              </a:rPr>
              <a:t>TS = CS + PS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1807" y="3814762"/>
            <a:ext cx="5638800" cy="1143000"/>
          </a:xfrm>
          <a:prstGeom prst="rect">
            <a:avLst/>
          </a:prstGeom>
          <a:noFill/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786621"/>
      </p:ext>
    </p:extLst>
  </p:cSld>
  <p:clrMapOvr>
    <a:masterClrMapping/>
  </p:clrMapOvr>
  <p:transition spd="slow">
    <p:fade thruBlk="1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ound Diagonal Corner Rectangle 52"/>
          <p:cNvSpPr/>
          <p:nvPr/>
        </p:nvSpPr>
        <p:spPr>
          <a:xfrm>
            <a:off x="1676400" y="152400"/>
            <a:ext cx="7239000" cy="6096000"/>
          </a:xfrm>
          <a:prstGeom prst="round2DiagRect">
            <a:avLst>
              <a:gd name="adj1" fmla="val 6583"/>
              <a:gd name="adj2" fmla="val 0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ound Diagonal Corner Rectangle 53"/>
          <p:cNvSpPr/>
          <p:nvPr/>
        </p:nvSpPr>
        <p:spPr>
          <a:xfrm>
            <a:off x="1676400" y="152400"/>
            <a:ext cx="7239000" cy="718070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008080"/>
          </a:solidFill>
          <a:ln>
            <a:solidFill>
              <a:srgbClr val="0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/>
          <p:cNvSpPr txBox="1"/>
          <p:nvPr/>
        </p:nvSpPr>
        <p:spPr>
          <a:xfrm>
            <a:off x="1666082" y="211353"/>
            <a:ext cx="724931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300" b="1" dirty="0">
                <a:solidFill>
                  <a:schemeClr val="bg1"/>
                </a:solidFill>
                <a:latin typeface="Open Sans Condensed" charset="0"/>
                <a:ea typeface="Open Sans Condensed" charset="0"/>
                <a:cs typeface="Open Sans Condensed" charset="0"/>
              </a:rPr>
              <a:t>WHEN PRICES EXCEED EQUILIBRIUM</a:t>
            </a:r>
            <a:endParaRPr lang="en-US" sz="2800" b="1" dirty="0">
              <a:solidFill>
                <a:schemeClr val="bg1"/>
              </a:solidFill>
              <a:latin typeface="Open Sans Condensed" charset="0"/>
              <a:ea typeface="Open Sans Condensed" charset="0"/>
              <a:cs typeface="Open Sans Condensed" charset="0"/>
            </a:endParaRPr>
          </a:p>
        </p:txBody>
      </p:sp>
      <p:sp>
        <p:nvSpPr>
          <p:cNvPr id="106" name="Rectangle 7"/>
          <p:cNvSpPr>
            <a:spLocks noChangeArrowheads="1"/>
          </p:cNvSpPr>
          <p:nvPr/>
        </p:nvSpPr>
        <p:spPr bwMode="auto">
          <a:xfrm>
            <a:off x="2209800" y="3352800"/>
            <a:ext cx="411342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300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07" name="Rectangle 8"/>
          <p:cNvSpPr>
            <a:spLocks noChangeArrowheads="1"/>
          </p:cNvSpPr>
          <p:nvPr/>
        </p:nvSpPr>
        <p:spPr bwMode="auto">
          <a:xfrm>
            <a:off x="2451101" y="3101976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09" name="Rectangle 10"/>
          <p:cNvSpPr>
            <a:spLocks noChangeArrowheads="1"/>
          </p:cNvSpPr>
          <p:nvPr/>
        </p:nvSpPr>
        <p:spPr bwMode="auto">
          <a:xfrm>
            <a:off x="2451101" y="3589337"/>
            <a:ext cx="603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13" name="Rectangle 14"/>
          <p:cNvSpPr>
            <a:spLocks noChangeArrowheads="1"/>
          </p:cNvSpPr>
          <p:nvPr/>
        </p:nvSpPr>
        <p:spPr bwMode="auto">
          <a:xfrm>
            <a:off x="2544762" y="5605462"/>
            <a:ext cx="122238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0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14" name="Rectangle 15"/>
          <p:cNvSpPr>
            <a:spLocks noChangeArrowheads="1"/>
          </p:cNvSpPr>
          <p:nvPr/>
        </p:nvSpPr>
        <p:spPr bwMode="auto">
          <a:xfrm>
            <a:off x="4572000" y="5715000"/>
            <a:ext cx="304800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20                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15" name="Rectangle 16"/>
          <p:cNvSpPr>
            <a:spLocks noChangeArrowheads="1"/>
          </p:cNvSpPr>
          <p:nvPr/>
        </p:nvSpPr>
        <p:spPr bwMode="auto">
          <a:xfrm>
            <a:off x="7669212" y="5410201"/>
            <a:ext cx="179536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b="1" i="1" dirty="0">
                <a:solidFill>
                  <a:srgbClr val="1F1A17"/>
                </a:solidFill>
                <a:latin typeface="Arial" pitchFamily="34" charset="0"/>
              </a:rPr>
              <a:t>Q</a:t>
            </a:r>
            <a:endParaRPr lang="en-US" sz="2800" i="1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20" name="Line 23"/>
          <p:cNvSpPr>
            <a:spLocks noChangeShapeType="1"/>
          </p:cNvSpPr>
          <p:nvPr/>
        </p:nvSpPr>
        <p:spPr bwMode="auto">
          <a:xfrm>
            <a:off x="2619217" y="3503614"/>
            <a:ext cx="128587" cy="1587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" name="Line 34"/>
          <p:cNvSpPr>
            <a:spLocks noChangeShapeType="1"/>
          </p:cNvSpPr>
          <p:nvPr/>
        </p:nvSpPr>
        <p:spPr bwMode="auto">
          <a:xfrm>
            <a:off x="4681856" y="5562600"/>
            <a:ext cx="1587" cy="128588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" name="Text Box 37"/>
          <p:cNvSpPr txBox="1">
            <a:spLocks noChangeArrowheads="1"/>
          </p:cNvSpPr>
          <p:nvPr/>
        </p:nvSpPr>
        <p:spPr bwMode="auto">
          <a:xfrm>
            <a:off x="2335212" y="1295401"/>
            <a:ext cx="533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Times" pitchFamily="18" charset="0"/>
              <a:buChar char="•"/>
              <a:defRPr sz="40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w"/>
              <a:defRPr sz="2400"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Font typeface="Times" pitchFamily="18" charset="0"/>
              <a:buChar char="•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i="1" dirty="0"/>
              <a:t>P</a:t>
            </a:r>
          </a:p>
        </p:txBody>
      </p:sp>
      <p:sp>
        <p:nvSpPr>
          <p:cNvPr id="59" name="Text Box 11"/>
          <p:cNvSpPr txBox="1">
            <a:spLocks noChangeArrowheads="1"/>
          </p:cNvSpPr>
          <p:nvPr/>
        </p:nvSpPr>
        <p:spPr bwMode="auto">
          <a:xfrm>
            <a:off x="6407150" y="1504950"/>
            <a:ext cx="450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i="1" dirty="0">
                <a:solidFill>
                  <a:srgbClr val="0070C0"/>
                </a:solidFill>
                <a:latin typeface="Arial" charset="0"/>
              </a:rPr>
              <a:t>S</a:t>
            </a:r>
            <a:r>
              <a:rPr lang="en-US" altLang="en-US" sz="2000" b="1" baseline="-25000" dirty="0">
                <a:solidFill>
                  <a:srgbClr val="0070C0"/>
                </a:solidFill>
                <a:latin typeface="Arial" charset="0"/>
              </a:rPr>
              <a:t>0</a:t>
            </a:r>
          </a:p>
        </p:txBody>
      </p:sp>
      <p:sp>
        <p:nvSpPr>
          <p:cNvPr id="61" name="Text Box 12"/>
          <p:cNvSpPr txBox="1">
            <a:spLocks noChangeArrowheads="1"/>
          </p:cNvSpPr>
          <p:nvPr/>
        </p:nvSpPr>
        <p:spPr bwMode="auto">
          <a:xfrm>
            <a:off x="6545264" y="5010150"/>
            <a:ext cx="4651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i="1" dirty="0">
                <a:solidFill>
                  <a:srgbClr val="FF0000"/>
                </a:solidFill>
                <a:latin typeface="Arial" charset="0"/>
              </a:rPr>
              <a:t>D</a:t>
            </a:r>
            <a:r>
              <a:rPr lang="en-US" altLang="en-US" sz="2000" b="1" baseline="-25000" dirty="0">
                <a:solidFill>
                  <a:srgbClr val="FF0000"/>
                </a:solidFill>
                <a:latin typeface="Arial" charset="0"/>
              </a:rPr>
              <a:t>0</a:t>
            </a:r>
          </a:p>
        </p:txBody>
      </p:sp>
      <p:sp>
        <p:nvSpPr>
          <p:cNvPr id="64" name="Line 13"/>
          <p:cNvSpPr>
            <a:spLocks noChangeShapeType="1"/>
          </p:cNvSpPr>
          <p:nvPr/>
        </p:nvSpPr>
        <p:spPr bwMode="auto">
          <a:xfrm flipH="1">
            <a:off x="2747962" y="35052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latin typeface="Calibri" pitchFamily="34" charset="0"/>
              <a:cs typeface="Arial" charset="0"/>
            </a:endParaRPr>
          </a:p>
        </p:txBody>
      </p:sp>
      <p:cxnSp>
        <p:nvCxnSpPr>
          <p:cNvPr id="66" name="Straight Connector 34"/>
          <p:cNvCxnSpPr>
            <a:cxnSpLocks noChangeShapeType="1"/>
          </p:cNvCxnSpPr>
          <p:nvPr/>
        </p:nvCxnSpPr>
        <p:spPr bwMode="auto">
          <a:xfrm>
            <a:off x="4671218" y="3429000"/>
            <a:ext cx="795" cy="2027234"/>
          </a:xfrm>
          <a:prstGeom prst="line">
            <a:avLst/>
          </a:prstGeom>
          <a:noFill/>
          <a:ln w="22225" algn="ctr">
            <a:solidFill>
              <a:schemeClr val="tx1">
                <a:lumMod val="50000"/>
                <a:lumOff val="50000"/>
              </a:scheme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51" name="Straight Connector 50"/>
          <p:cNvCxnSpPr/>
          <p:nvPr/>
        </p:nvCxnSpPr>
        <p:spPr>
          <a:xfrm>
            <a:off x="2743200" y="5532435"/>
            <a:ext cx="4876800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 8"/>
          <p:cNvSpPr>
            <a:spLocks noChangeArrowheads="1"/>
          </p:cNvSpPr>
          <p:nvPr/>
        </p:nvSpPr>
        <p:spPr bwMode="auto">
          <a:xfrm>
            <a:off x="2446498" y="1371601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dirty="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36" name="Rectangle 8"/>
          <p:cNvSpPr>
            <a:spLocks noChangeArrowheads="1"/>
          </p:cNvSpPr>
          <p:nvPr/>
        </p:nvSpPr>
        <p:spPr bwMode="auto">
          <a:xfrm>
            <a:off x="2518095" y="3581401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39" name="Rectangle 8"/>
          <p:cNvSpPr>
            <a:spLocks noChangeArrowheads="1"/>
          </p:cNvSpPr>
          <p:nvPr/>
        </p:nvSpPr>
        <p:spPr bwMode="auto">
          <a:xfrm>
            <a:off x="2518095" y="3559176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6" name="Isosceles Triangle 5"/>
          <p:cNvSpPr/>
          <p:nvPr/>
        </p:nvSpPr>
        <p:spPr>
          <a:xfrm rot="19051192">
            <a:off x="1951538" y="3292241"/>
            <a:ext cx="2619199" cy="1270469"/>
          </a:xfrm>
          <a:prstGeom prst="triangle">
            <a:avLst>
              <a:gd name="adj" fmla="val 47103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/>
          <p:cNvCxnSpPr/>
          <p:nvPr/>
        </p:nvCxnSpPr>
        <p:spPr>
          <a:xfrm flipV="1">
            <a:off x="2743200" y="1883568"/>
            <a:ext cx="3663950" cy="3374234"/>
          </a:xfrm>
          <a:prstGeom prst="line">
            <a:avLst/>
          </a:prstGeom>
          <a:ln w="444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 Box 37"/>
          <p:cNvSpPr txBox="1">
            <a:spLocks noChangeArrowheads="1"/>
          </p:cNvSpPr>
          <p:nvPr/>
        </p:nvSpPr>
        <p:spPr bwMode="auto">
          <a:xfrm>
            <a:off x="2819399" y="3620870"/>
            <a:ext cx="139461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Times" pitchFamily="18" charset="0"/>
              <a:buChar char="•"/>
              <a:defRPr sz="40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w"/>
              <a:defRPr sz="2400"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Font typeface="Times" pitchFamily="18" charset="0"/>
              <a:buChar char="•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>
                <a:latin typeface="Open Sans" charset="0"/>
                <a:ea typeface="Open Sans" charset="0"/>
                <a:cs typeface="Open Sans" charset="0"/>
              </a:rPr>
              <a:t>producer surplus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429382" y="3276601"/>
            <a:ext cx="2943219" cy="658497"/>
          </a:xfrm>
          <a:prstGeom prst="roundRect">
            <a:avLst>
              <a:gd name="adj" fmla="val 9475"/>
            </a:avLst>
          </a:prstGeom>
          <a:solidFill>
            <a:srgbClr val="009999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ct val="50000"/>
              </a:spcBef>
            </a:pPr>
            <a:r>
              <a:rPr lang="en-US" altLang="en-US" sz="2000" dirty="0">
                <a:solidFill>
                  <a:schemeClr val="bg1">
                    <a:lumMod val="9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Transferred to producers</a:t>
            </a:r>
            <a:endParaRPr lang="en-US" altLang="en-US" sz="2000" i="1" baseline="-25000" dirty="0">
              <a:solidFill>
                <a:schemeClr val="bg1">
                  <a:lumMod val="95000"/>
                </a:schemeClr>
              </a:solidFill>
              <a:latin typeface="Open Sans" charset="0"/>
              <a:ea typeface="Open Sans" charset="0"/>
              <a:cs typeface="Open Sans" charset="0"/>
            </a:endParaRPr>
          </a:p>
        </p:txBody>
      </p:sp>
      <p:sp>
        <p:nvSpPr>
          <p:cNvPr id="33" name="Isosceles Triangle 32"/>
          <p:cNvSpPr/>
          <p:nvPr/>
        </p:nvSpPr>
        <p:spPr>
          <a:xfrm>
            <a:off x="2776538" y="1774825"/>
            <a:ext cx="1952624" cy="1708780"/>
          </a:xfrm>
          <a:prstGeom prst="triangle">
            <a:avLst>
              <a:gd name="adj" fmla="val 0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>
            <a:off x="2743200" y="1752600"/>
            <a:ext cx="3810000" cy="3349128"/>
          </a:xfrm>
          <a:prstGeom prst="line">
            <a:avLst/>
          </a:prstGeom>
          <a:ln w="444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19"/>
          <p:cNvSpPr>
            <a:spLocks noChangeArrowheads="1"/>
          </p:cNvSpPr>
          <p:nvPr/>
        </p:nvSpPr>
        <p:spPr bwMode="auto">
          <a:xfrm>
            <a:off x="4579777" y="3385343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bg1">
                <a:lumMod val="85000"/>
              </a:schemeClr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  <a:latin typeface="Arial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2743200" y="1371601"/>
            <a:ext cx="0" cy="416083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1" y="2743200"/>
            <a:ext cx="1438275" cy="76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6" name="Rectangle 15"/>
          <p:cNvSpPr>
            <a:spLocks noChangeArrowheads="1"/>
          </p:cNvSpPr>
          <p:nvPr/>
        </p:nvSpPr>
        <p:spPr bwMode="auto">
          <a:xfrm>
            <a:off x="3581400" y="5715000"/>
            <a:ext cx="304800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10                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37" name="Line 34"/>
          <p:cNvSpPr>
            <a:spLocks noChangeShapeType="1"/>
          </p:cNvSpPr>
          <p:nvPr/>
        </p:nvSpPr>
        <p:spPr bwMode="auto">
          <a:xfrm>
            <a:off x="3691256" y="5562600"/>
            <a:ext cx="1587" cy="128588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" name="Rectangle 7"/>
          <p:cNvSpPr>
            <a:spLocks noChangeArrowheads="1"/>
          </p:cNvSpPr>
          <p:nvPr/>
        </p:nvSpPr>
        <p:spPr bwMode="auto">
          <a:xfrm>
            <a:off x="2209800" y="2460625"/>
            <a:ext cx="411342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400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41" name="Line 23"/>
          <p:cNvSpPr>
            <a:spLocks noChangeShapeType="1"/>
          </p:cNvSpPr>
          <p:nvPr/>
        </p:nvSpPr>
        <p:spPr bwMode="auto">
          <a:xfrm>
            <a:off x="2621143" y="2590800"/>
            <a:ext cx="159941" cy="0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42" name="Straight Connector 34"/>
          <p:cNvCxnSpPr>
            <a:cxnSpLocks noChangeShapeType="1"/>
          </p:cNvCxnSpPr>
          <p:nvPr/>
        </p:nvCxnSpPr>
        <p:spPr bwMode="auto">
          <a:xfrm>
            <a:off x="3690461" y="2591430"/>
            <a:ext cx="795" cy="2941004"/>
          </a:xfrm>
          <a:prstGeom prst="line">
            <a:avLst/>
          </a:prstGeom>
          <a:noFill/>
          <a:ln w="22225" algn="ctr">
            <a:solidFill>
              <a:schemeClr val="tx1">
                <a:lumMod val="50000"/>
                <a:lumOff val="50000"/>
              </a:scheme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7" name="Straight Connector 6"/>
          <p:cNvCxnSpPr/>
          <p:nvPr/>
        </p:nvCxnSpPr>
        <p:spPr>
          <a:xfrm flipH="1">
            <a:off x="2743200" y="2590800"/>
            <a:ext cx="976312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6429382" y="2362201"/>
            <a:ext cx="2943219" cy="658497"/>
          </a:xfrm>
          <a:prstGeom prst="roundRect">
            <a:avLst>
              <a:gd name="adj" fmla="val 9475"/>
            </a:avLst>
          </a:prstGeom>
          <a:solidFill>
            <a:srgbClr val="009999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ct val="50000"/>
              </a:spcBef>
            </a:pPr>
            <a:r>
              <a:rPr lang="en-US" altLang="en-US" sz="2000" dirty="0">
                <a:solidFill>
                  <a:schemeClr val="bg1">
                    <a:lumMod val="9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New consumer surplus</a:t>
            </a:r>
            <a:endParaRPr lang="en-US" altLang="en-US" sz="2000" i="1" baseline="-25000" dirty="0">
              <a:solidFill>
                <a:schemeClr val="bg1">
                  <a:lumMod val="95000"/>
                </a:schemeClr>
              </a:solidFill>
              <a:latin typeface="Open Sans" charset="0"/>
              <a:ea typeface="Open Sans" charset="0"/>
              <a:cs typeface="Open Sans" charset="0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3505200" y="4751704"/>
            <a:ext cx="2667000" cy="658497"/>
          </a:xfrm>
          <a:prstGeom prst="roundRect">
            <a:avLst>
              <a:gd name="adj" fmla="val 9475"/>
            </a:avLst>
          </a:prstGeom>
          <a:solidFill>
            <a:srgbClr val="009999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ct val="50000"/>
              </a:spcBef>
            </a:pPr>
            <a:r>
              <a:rPr lang="en-US" altLang="en-US" sz="2000" dirty="0">
                <a:solidFill>
                  <a:schemeClr val="bg1">
                    <a:lumMod val="9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Deadweight loss</a:t>
            </a:r>
            <a:endParaRPr lang="en-US" altLang="en-US" sz="2000" i="1" baseline="-25000" dirty="0">
              <a:solidFill>
                <a:schemeClr val="bg1">
                  <a:lumMod val="95000"/>
                </a:schemeClr>
              </a:solidFill>
              <a:latin typeface="Open Sans" charset="0"/>
              <a:ea typeface="Open Sans" charset="0"/>
              <a:cs typeface="Open Sans" charset="0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3538538" y="1017904"/>
            <a:ext cx="5910263" cy="462440"/>
          </a:xfrm>
          <a:prstGeom prst="roundRect">
            <a:avLst>
              <a:gd name="adj" fmla="val 9475"/>
            </a:avLst>
          </a:prstGeom>
          <a:solidFill>
            <a:srgbClr val="009999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ct val="50000"/>
              </a:spcBef>
            </a:pPr>
            <a:r>
              <a:rPr lang="en-US" altLang="en-US" sz="2000" dirty="0">
                <a:solidFill>
                  <a:schemeClr val="bg1">
                    <a:lumMod val="9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Price rises to $400; quantity falls to 10.</a:t>
            </a:r>
            <a:endParaRPr lang="en-US" altLang="en-US" sz="2000" i="1" baseline="-25000" dirty="0">
              <a:solidFill>
                <a:schemeClr val="bg1">
                  <a:lumMod val="95000"/>
                </a:schemeClr>
              </a:solidFill>
              <a:latin typeface="Open Sans" charset="0"/>
              <a:ea typeface="Open Sans" charset="0"/>
              <a:cs typeface="Open Sans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784893" y="2590800"/>
            <a:ext cx="905568" cy="92313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/>
          <p:cNvSpPr/>
          <p:nvPr/>
        </p:nvSpPr>
        <p:spPr>
          <a:xfrm rot="5400000">
            <a:off x="3297951" y="2983310"/>
            <a:ext cx="1790385" cy="1005366"/>
          </a:xfrm>
          <a:prstGeom prst="triangl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7" name="Straight Arrow Connector 66"/>
          <p:cNvCxnSpPr>
            <a:stCxn id="55" idx="0"/>
          </p:cNvCxnSpPr>
          <p:nvPr/>
        </p:nvCxnSpPr>
        <p:spPr>
          <a:xfrm flipH="1" flipV="1">
            <a:off x="4038600" y="3503615"/>
            <a:ext cx="800100" cy="1248089"/>
          </a:xfrm>
          <a:prstGeom prst="straightConnector1">
            <a:avLst/>
          </a:prstGeom>
          <a:ln w="38100">
            <a:solidFill>
              <a:srgbClr val="00808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stCxn id="70" idx="1"/>
          </p:cNvCxnSpPr>
          <p:nvPr/>
        </p:nvCxnSpPr>
        <p:spPr>
          <a:xfrm flipH="1" flipV="1">
            <a:off x="3200401" y="3048001"/>
            <a:ext cx="3228981" cy="557849"/>
          </a:xfrm>
          <a:prstGeom prst="straightConnector1">
            <a:avLst/>
          </a:prstGeom>
          <a:ln w="38100">
            <a:solidFill>
              <a:srgbClr val="00808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H="1" flipV="1">
            <a:off x="3048000" y="2362200"/>
            <a:ext cx="3352800" cy="304800"/>
          </a:xfrm>
          <a:prstGeom prst="straightConnector1">
            <a:avLst/>
          </a:prstGeom>
          <a:ln w="38100">
            <a:solidFill>
              <a:srgbClr val="00808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9144000" y="6553200"/>
            <a:ext cx="8171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Century Gothic" panose="020B0502020202020204" pitchFamily="34" charset="0"/>
              </a:rPr>
              <a:t>SLIDE </a:t>
            </a:r>
            <a:fld id="{6FD6B7A6-E1EC-4D2B-BE3B-190BA12621E0}" type="slidenum">
              <a:rPr lang="en-US" sz="110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36</a:t>
            </a:fld>
            <a:endParaRPr lang="en-US" sz="11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8338301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68" grpId="0"/>
      <p:bldP spid="70" grpId="0" animBg="1"/>
      <p:bldP spid="33" grpId="0" animBg="1"/>
      <p:bldP spid="33" grpId="1" animBg="1"/>
      <p:bldP spid="36" grpId="0"/>
      <p:bldP spid="37" grpId="0" animBg="1"/>
      <p:bldP spid="38" grpId="0"/>
      <p:bldP spid="41" grpId="0" animBg="1"/>
      <p:bldP spid="52" grpId="0" animBg="1"/>
      <p:bldP spid="55" grpId="0" animBg="1"/>
      <p:bldP spid="56" grpId="0" animBg="1"/>
      <p:bldP spid="18" grpId="0" animBg="1"/>
      <p:bldP spid="2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ound Diagonal Corner Rectangle 52"/>
          <p:cNvSpPr/>
          <p:nvPr/>
        </p:nvSpPr>
        <p:spPr>
          <a:xfrm>
            <a:off x="1676400" y="152400"/>
            <a:ext cx="7239000" cy="6096000"/>
          </a:xfrm>
          <a:prstGeom prst="round2DiagRect">
            <a:avLst>
              <a:gd name="adj1" fmla="val 6583"/>
              <a:gd name="adj2" fmla="val 0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ound Diagonal Corner Rectangle 53"/>
          <p:cNvSpPr/>
          <p:nvPr/>
        </p:nvSpPr>
        <p:spPr>
          <a:xfrm>
            <a:off x="1676400" y="152400"/>
            <a:ext cx="8001000" cy="718070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008080"/>
          </a:solidFill>
          <a:ln>
            <a:solidFill>
              <a:srgbClr val="0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/>
          <p:cNvSpPr txBox="1"/>
          <p:nvPr/>
        </p:nvSpPr>
        <p:spPr>
          <a:xfrm>
            <a:off x="1600201" y="211353"/>
            <a:ext cx="809623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300" b="1" dirty="0">
                <a:solidFill>
                  <a:schemeClr val="bg1"/>
                </a:solidFill>
                <a:latin typeface="Open Sans Condensed" charset="0"/>
                <a:ea typeface="Open Sans Condensed" charset="0"/>
                <a:cs typeface="Open Sans Condensed" charset="0"/>
              </a:rPr>
              <a:t>WHEN PRICES ARE BELOW EQUILIBRIUM</a:t>
            </a:r>
            <a:endParaRPr lang="en-US" sz="2800" b="1" dirty="0">
              <a:solidFill>
                <a:schemeClr val="bg1"/>
              </a:solidFill>
              <a:latin typeface="Open Sans Condensed" charset="0"/>
              <a:ea typeface="Open Sans Condensed" charset="0"/>
              <a:cs typeface="Open Sans Condensed" charset="0"/>
            </a:endParaRPr>
          </a:p>
        </p:txBody>
      </p:sp>
      <p:sp>
        <p:nvSpPr>
          <p:cNvPr id="106" name="Rectangle 7"/>
          <p:cNvSpPr>
            <a:spLocks noChangeArrowheads="1"/>
          </p:cNvSpPr>
          <p:nvPr/>
        </p:nvSpPr>
        <p:spPr bwMode="auto">
          <a:xfrm>
            <a:off x="2209800" y="3352800"/>
            <a:ext cx="411342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300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07" name="Rectangle 8"/>
          <p:cNvSpPr>
            <a:spLocks noChangeArrowheads="1"/>
          </p:cNvSpPr>
          <p:nvPr/>
        </p:nvSpPr>
        <p:spPr bwMode="auto">
          <a:xfrm>
            <a:off x="2451101" y="3101976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09" name="Rectangle 10"/>
          <p:cNvSpPr>
            <a:spLocks noChangeArrowheads="1"/>
          </p:cNvSpPr>
          <p:nvPr/>
        </p:nvSpPr>
        <p:spPr bwMode="auto">
          <a:xfrm>
            <a:off x="2451101" y="3589337"/>
            <a:ext cx="603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13" name="Rectangle 14"/>
          <p:cNvSpPr>
            <a:spLocks noChangeArrowheads="1"/>
          </p:cNvSpPr>
          <p:nvPr/>
        </p:nvSpPr>
        <p:spPr bwMode="auto">
          <a:xfrm>
            <a:off x="2544762" y="5605462"/>
            <a:ext cx="122238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0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14" name="Rectangle 15"/>
          <p:cNvSpPr>
            <a:spLocks noChangeArrowheads="1"/>
          </p:cNvSpPr>
          <p:nvPr/>
        </p:nvSpPr>
        <p:spPr bwMode="auto">
          <a:xfrm>
            <a:off x="4572000" y="5715000"/>
            <a:ext cx="304800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20                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15" name="Rectangle 16"/>
          <p:cNvSpPr>
            <a:spLocks noChangeArrowheads="1"/>
          </p:cNvSpPr>
          <p:nvPr/>
        </p:nvSpPr>
        <p:spPr bwMode="auto">
          <a:xfrm>
            <a:off x="7669212" y="5410201"/>
            <a:ext cx="179536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b="1" i="1" dirty="0">
                <a:solidFill>
                  <a:srgbClr val="1F1A17"/>
                </a:solidFill>
                <a:latin typeface="Arial" pitchFamily="34" charset="0"/>
              </a:rPr>
              <a:t>Q</a:t>
            </a:r>
            <a:endParaRPr lang="en-US" sz="2800" i="1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20" name="Line 23"/>
          <p:cNvSpPr>
            <a:spLocks noChangeShapeType="1"/>
          </p:cNvSpPr>
          <p:nvPr/>
        </p:nvSpPr>
        <p:spPr bwMode="auto">
          <a:xfrm>
            <a:off x="2619217" y="3503614"/>
            <a:ext cx="128587" cy="1587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" name="Line 34"/>
          <p:cNvSpPr>
            <a:spLocks noChangeShapeType="1"/>
          </p:cNvSpPr>
          <p:nvPr/>
        </p:nvSpPr>
        <p:spPr bwMode="auto">
          <a:xfrm>
            <a:off x="4681856" y="5562600"/>
            <a:ext cx="1587" cy="128588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" name="Text Box 37"/>
          <p:cNvSpPr txBox="1">
            <a:spLocks noChangeArrowheads="1"/>
          </p:cNvSpPr>
          <p:nvPr/>
        </p:nvSpPr>
        <p:spPr bwMode="auto">
          <a:xfrm>
            <a:off x="2335212" y="1295401"/>
            <a:ext cx="533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Times" pitchFamily="18" charset="0"/>
              <a:buChar char="•"/>
              <a:defRPr sz="40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w"/>
              <a:defRPr sz="2400"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Font typeface="Times" pitchFamily="18" charset="0"/>
              <a:buChar char="•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i="1" dirty="0"/>
              <a:t>P</a:t>
            </a:r>
          </a:p>
        </p:txBody>
      </p:sp>
      <p:sp>
        <p:nvSpPr>
          <p:cNvPr id="59" name="Text Box 11"/>
          <p:cNvSpPr txBox="1">
            <a:spLocks noChangeArrowheads="1"/>
          </p:cNvSpPr>
          <p:nvPr/>
        </p:nvSpPr>
        <p:spPr bwMode="auto">
          <a:xfrm>
            <a:off x="6407150" y="1504950"/>
            <a:ext cx="450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i="1" dirty="0">
                <a:solidFill>
                  <a:srgbClr val="0070C0"/>
                </a:solidFill>
                <a:latin typeface="Arial" charset="0"/>
              </a:rPr>
              <a:t>S</a:t>
            </a:r>
            <a:r>
              <a:rPr lang="en-US" altLang="en-US" sz="2000" b="1" baseline="-25000" dirty="0">
                <a:solidFill>
                  <a:srgbClr val="0070C0"/>
                </a:solidFill>
                <a:latin typeface="Arial" charset="0"/>
              </a:rPr>
              <a:t>0</a:t>
            </a:r>
          </a:p>
        </p:txBody>
      </p:sp>
      <p:sp>
        <p:nvSpPr>
          <p:cNvPr id="61" name="Text Box 12"/>
          <p:cNvSpPr txBox="1">
            <a:spLocks noChangeArrowheads="1"/>
          </p:cNvSpPr>
          <p:nvPr/>
        </p:nvSpPr>
        <p:spPr bwMode="auto">
          <a:xfrm>
            <a:off x="6545264" y="5010150"/>
            <a:ext cx="4651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i="1" dirty="0">
                <a:solidFill>
                  <a:srgbClr val="FF0000"/>
                </a:solidFill>
                <a:latin typeface="Arial" charset="0"/>
              </a:rPr>
              <a:t>D</a:t>
            </a:r>
            <a:r>
              <a:rPr lang="en-US" altLang="en-US" sz="2000" b="1" baseline="-25000" dirty="0">
                <a:solidFill>
                  <a:srgbClr val="FF0000"/>
                </a:solidFill>
                <a:latin typeface="Arial" charset="0"/>
              </a:rPr>
              <a:t>0</a:t>
            </a:r>
          </a:p>
        </p:txBody>
      </p:sp>
      <p:sp>
        <p:nvSpPr>
          <p:cNvPr id="64" name="Line 13"/>
          <p:cNvSpPr>
            <a:spLocks noChangeShapeType="1"/>
          </p:cNvSpPr>
          <p:nvPr/>
        </p:nvSpPr>
        <p:spPr bwMode="auto">
          <a:xfrm flipH="1">
            <a:off x="2747962" y="35052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latin typeface="Calibri" pitchFamily="34" charset="0"/>
              <a:cs typeface="Arial" charset="0"/>
            </a:endParaRPr>
          </a:p>
        </p:txBody>
      </p:sp>
      <p:cxnSp>
        <p:nvCxnSpPr>
          <p:cNvPr id="66" name="Straight Connector 34"/>
          <p:cNvCxnSpPr>
            <a:cxnSpLocks noChangeShapeType="1"/>
          </p:cNvCxnSpPr>
          <p:nvPr/>
        </p:nvCxnSpPr>
        <p:spPr bwMode="auto">
          <a:xfrm>
            <a:off x="4671218" y="3513934"/>
            <a:ext cx="795" cy="2027234"/>
          </a:xfrm>
          <a:prstGeom prst="line">
            <a:avLst/>
          </a:prstGeom>
          <a:noFill/>
          <a:ln w="22225" algn="ctr">
            <a:solidFill>
              <a:schemeClr val="tx1">
                <a:lumMod val="50000"/>
                <a:lumOff val="50000"/>
              </a:scheme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51" name="Straight Connector 50"/>
          <p:cNvCxnSpPr/>
          <p:nvPr/>
        </p:nvCxnSpPr>
        <p:spPr>
          <a:xfrm>
            <a:off x="2743200" y="5532435"/>
            <a:ext cx="4876800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 8"/>
          <p:cNvSpPr>
            <a:spLocks noChangeArrowheads="1"/>
          </p:cNvSpPr>
          <p:nvPr/>
        </p:nvSpPr>
        <p:spPr bwMode="auto">
          <a:xfrm>
            <a:off x="2446498" y="1371601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36" name="Rectangle 8"/>
          <p:cNvSpPr>
            <a:spLocks noChangeArrowheads="1"/>
          </p:cNvSpPr>
          <p:nvPr/>
        </p:nvSpPr>
        <p:spPr bwMode="auto">
          <a:xfrm>
            <a:off x="2518095" y="3581401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39" name="Rectangle 8"/>
          <p:cNvSpPr>
            <a:spLocks noChangeArrowheads="1"/>
          </p:cNvSpPr>
          <p:nvPr/>
        </p:nvSpPr>
        <p:spPr bwMode="auto">
          <a:xfrm>
            <a:off x="2518095" y="3559176"/>
            <a:ext cx="60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700">
                <a:solidFill>
                  <a:srgbClr val="1F1A17"/>
                </a:solidFill>
                <a:latin typeface="Arial" pitchFamily="34" charset="0"/>
              </a:rPr>
              <a:t> 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6" name="Isosceles Triangle 5"/>
          <p:cNvSpPr/>
          <p:nvPr/>
        </p:nvSpPr>
        <p:spPr>
          <a:xfrm rot="19051192">
            <a:off x="1944555" y="3275831"/>
            <a:ext cx="2621276" cy="1300551"/>
          </a:xfrm>
          <a:prstGeom prst="triangle">
            <a:avLst>
              <a:gd name="adj" fmla="val 47103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/>
          <p:cNvCxnSpPr/>
          <p:nvPr/>
        </p:nvCxnSpPr>
        <p:spPr>
          <a:xfrm flipV="1">
            <a:off x="2743200" y="1883568"/>
            <a:ext cx="3663950" cy="3374234"/>
          </a:xfrm>
          <a:prstGeom prst="line">
            <a:avLst/>
          </a:prstGeom>
          <a:ln w="444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 Box 37"/>
          <p:cNvSpPr txBox="1">
            <a:spLocks noChangeArrowheads="1"/>
          </p:cNvSpPr>
          <p:nvPr/>
        </p:nvSpPr>
        <p:spPr bwMode="auto">
          <a:xfrm>
            <a:off x="2819400" y="3620870"/>
            <a:ext cx="121920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Times" pitchFamily="18" charset="0"/>
              <a:buChar char="•"/>
              <a:defRPr sz="40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w"/>
              <a:defRPr sz="2400"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Font typeface="Times" pitchFamily="18" charset="0"/>
              <a:buChar char="•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pitchFamily="34" charset="0"/>
                <a:cs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/>
              <a:t>producer surplus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429382" y="3276601"/>
            <a:ext cx="2943219" cy="658497"/>
          </a:xfrm>
          <a:prstGeom prst="roundRect">
            <a:avLst>
              <a:gd name="adj" fmla="val 9475"/>
            </a:avLst>
          </a:prstGeom>
          <a:solidFill>
            <a:srgbClr val="009999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ct val="50000"/>
              </a:spcBef>
            </a:pPr>
            <a:r>
              <a:rPr lang="en-US" altLang="en-US" sz="2000" dirty="0">
                <a:solidFill>
                  <a:schemeClr val="bg1">
                    <a:lumMod val="9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Transferred to consumers</a:t>
            </a:r>
            <a:endParaRPr lang="en-US" altLang="en-US" sz="2000" i="1" baseline="-25000" dirty="0">
              <a:solidFill>
                <a:schemeClr val="bg1">
                  <a:lumMod val="95000"/>
                </a:schemeClr>
              </a:solidFill>
              <a:latin typeface="Open Sans" charset="0"/>
              <a:ea typeface="Open Sans" charset="0"/>
              <a:cs typeface="Open Sans" charset="0"/>
            </a:endParaRPr>
          </a:p>
        </p:txBody>
      </p:sp>
      <p:sp>
        <p:nvSpPr>
          <p:cNvPr id="33" name="Isosceles Triangle 32"/>
          <p:cNvSpPr/>
          <p:nvPr/>
        </p:nvSpPr>
        <p:spPr>
          <a:xfrm>
            <a:off x="2776538" y="1774825"/>
            <a:ext cx="1952624" cy="1708780"/>
          </a:xfrm>
          <a:prstGeom prst="triangle">
            <a:avLst>
              <a:gd name="adj" fmla="val 0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>
            <a:off x="2743200" y="1752600"/>
            <a:ext cx="3810000" cy="3349128"/>
          </a:xfrm>
          <a:prstGeom prst="line">
            <a:avLst/>
          </a:prstGeom>
          <a:ln w="444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19"/>
          <p:cNvSpPr>
            <a:spLocks noChangeArrowheads="1"/>
          </p:cNvSpPr>
          <p:nvPr/>
        </p:nvSpPr>
        <p:spPr bwMode="auto">
          <a:xfrm>
            <a:off x="4579777" y="3385343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bg1">
                <a:lumMod val="85000"/>
              </a:schemeClr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  <a:latin typeface="Arial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2743200" y="1371601"/>
            <a:ext cx="0" cy="416083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1" y="2743200"/>
            <a:ext cx="1438275" cy="76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6" name="Rectangle 15"/>
          <p:cNvSpPr>
            <a:spLocks noChangeArrowheads="1"/>
          </p:cNvSpPr>
          <p:nvPr/>
        </p:nvSpPr>
        <p:spPr bwMode="auto">
          <a:xfrm>
            <a:off x="3581400" y="5715000"/>
            <a:ext cx="304800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10                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37" name="Line 34"/>
          <p:cNvSpPr>
            <a:spLocks noChangeShapeType="1"/>
          </p:cNvSpPr>
          <p:nvPr/>
        </p:nvSpPr>
        <p:spPr bwMode="auto">
          <a:xfrm>
            <a:off x="3691256" y="5562600"/>
            <a:ext cx="1587" cy="128588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" name="Rectangle 7"/>
          <p:cNvSpPr>
            <a:spLocks noChangeArrowheads="1"/>
          </p:cNvSpPr>
          <p:nvPr/>
        </p:nvSpPr>
        <p:spPr bwMode="auto">
          <a:xfrm>
            <a:off x="2209800" y="4234190"/>
            <a:ext cx="411342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lang="en-US" sz="1700" b="1" dirty="0">
                <a:solidFill>
                  <a:srgbClr val="1F1A17"/>
                </a:solidFill>
                <a:latin typeface="Arial" pitchFamily="34" charset="0"/>
              </a:rPr>
              <a:t>200 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41" name="Line 23"/>
          <p:cNvSpPr>
            <a:spLocks noChangeShapeType="1"/>
          </p:cNvSpPr>
          <p:nvPr/>
        </p:nvSpPr>
        <p:spPr bwMode="auto">
          <a:xfrm>
            <a:off x="2621143" y="4364365"/>
            <a:ext cx="159941" cy="0"/>
          </a:xfrm>
          <a:prstGeom prst="line">
            <a:avLst/>
          </a:prstGeom>
          <a:noFill/>
          <a:ln w="19050">
            <a:solidFill>
              <a:srgbClr val="1F1A17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42" name="Straight Connector 34"/>
          <p:cNvCxnSpPr>
            <a:cxnSpLocks noChangeShapeType="1"/>
            <a:stCxn id="21" idx="4"/>
          </p:cNvCxnSpPr>
          <p:nvPr/>
        </p:nvCxnSpPr>
        <p:spPr bwMode="auto">
          <a:xfrm>
            <a:off x="3690461" y="4381186"/>
            <a:ext cx="795" cy="1151248"/>
          </a:xfrm>
          <a:prstGeom prst="line">
            <a:avLst/>
          </a:prstGeom>
          <a:noFill/>
          <a:ln w="22225" algn="ctr">
            <a:solidFill>
              <a:schemeClr val="tx1">
                <a:lumMod val="50000"/>
                <a:lumOff val="50000"/>
              </a:scheme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7" name="Straight Connector 6"/>
          <p:cNvCxnSpPr/>
          <p:nvPr/>
        </p:nvCxnSpPr>
        <p:spPr>
          <a:xfrm flipH="1">
            <a:off x="2743200" y="4343400"/>
            <a:ext cx="976312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6429382" y="4114801"/>
            <a:ext cx="2943219" cy="658497"/>
          </a:xfrm>
          <a:prstGeom prst="roundRect">
            <a:avLst>
              <a:gd name="adj" fmla="val 9475"/>
            </a:avLst>
          </a:prstGeom>
          <a:solidFill>
            <a:srgbClr val="009999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ct val="50000"/>
              </a:spcBef>
            </a:pPr>
            <a:r>
              <a:rPr lang="en-US" altLang="en-US" sz="2000" dirty="0">
                <a:solidFill>
                  <a:schemeClr val="bg1">
                    <a:lumMod val="9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New producer surplus</a:t>
            </a:r>
            <a:endParaRPr lang="en-US" altLang="en-US" sz="2000" i="1" baseline="-25000" dirty="0">
              <a:solidFill>
                <a:schemeClr val="bg1">
                  <a:lumMod val="95000"/>
                </a:schemeClr>
              </a:solidFill>
              <a:latin typeface="Open Sans" charset="0"/>
              <a:ea typeface="Open Sans" charset="0"/>
              <a:cs typeface="Open Sans" charset="0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6477000" y="2389504"/>
            <a:ext cx="2667000" cy="658497"/>
          </a:xfrm>
          <a:prstGeom prst="roundRect">
            <a:avLst>
              <a:gd name="adj" fmla="val 9475"/>
            </a:avLst>
          </a:prstGeom>
          <a:solidFill>
            <a:srgbClr val="009999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ct val="50000"/>
              </a:spcBef>
            </a:pPr>
            <a:r>
              <a:rPr lang="en-US" altLang="en-US" sz="2000" dirty="0">
                <a:solidFill>
                  <a:schemeClr val="bg1">
                    <a:lumMod val="9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Deadweight loss</a:t>
            </a:r>
            <a:endParaRPr lang="en-US" altLang="en-US" sz="2000" i="1" baseline="-25000" dirty="0">
              <a:solidFill>
                <a:schemeClr val="bg1">
                  <a:lumMod val="95000"/>
                </a:schemeClr>
              </a:solidFill>
              <a:latin typeface="Open Sans" charset="0"/>
              <a:ea typeface="Open Sans" charset="0"/>
              <a:cs typeface="Open Sans" charset="0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3538538" y="1017904"/>
            <a:ext cx="5910263" cy="462440"/>
          </a:xfrm>
          <a:prstGeom prst="roundRect">
            <a:avLst>
              <a:gd name="adj" fmla="val 9475"/>
            </a:avLst>
          </a:prstGeom>
          <a:solidFill>
            <a:srgbClr val="009999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ct val="50000"/>
              </a:spcBef>
            </a:pPr>
            <a:r>
              <a:rPr lang="en-US" altLang="en-US" sz="2000" dirty="0">
                <a:solidFill>
                  <a:schemeClr val="bg1">
                    <a:lumMod val="9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Price falls to $200; quantity falls to 10.</a:t>
            </a:r>
            <a:endParaRPr lang="en-US" altLang="en-US" sz="2000" i="1" baseline="-25000" dirty="0">
              <a:solidFill>
                <a:schemeClr val="bg1">
                  <a:lumMod val="95000"/>
                </a:schemeClr>
              </a:solidFill>
              <a:latin typeface="Open Sans" charset="0"/>
              <a:ea typeface="Open Sans" charset="0"/>
              <a:cs typeface="Open Sans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776538" y="3503614"/>
            <a:ext cx="898683" cy="85325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/>
          <p:cNvSpPr/>
          <p:nvPr/>
        </p:nvSpPr>
        <p:spPr>
          <a:xfrm rot="5400000">
            <a:off x="3297951" y="2983310"/>
            <a:ext cx="1790385" cy="1005366"/>
          </a:xfrm>
          <a:prstGeom prst="triangl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7" name="Straight Arrow Connector 66"/>
          <p:cNvCxnSpPr/>
          <p:nvPr/>
        </p:nvCxnSpPr>
        <p:spPr>
          <a:xfrm flipH="1">
            <a:off x="4038600" y="2720184"/>
            <a:ext cx="2438400" cy="706981"/>
          </a:xfrm>
          <a:prstGeom prst="straightConnector1">
            <a:avLst/>
          </a:prstGeom>
          <a:ln w="38100">
            <a:solidFill>
              <a:srgbClr val="00808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stCxn id="70" idx="1"/>
          </p:cNvCxnSpPr>
          <p:nvPr/>
        </p:nvCxnSpPr>
        <p:spPr>
          <a:xfrm flipH="1">
            <a:off x="3261137" y="3605850"/>
            <a:ext cx="3168245" cy="338185"/>
          </a:xfrm>
          <a:prstGeom prst="straightConnector1">
            <a:avLst/>
          </a:prstGeom>
          <a:ln w="38100">
            <a:solidFill>
              <a:srgbClr val="00808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H="1">
            <a:off x="2971800" y="4419600"/>
            <a:ext cx="3429000" cy="228600"/>
          </a:xfrm>
          <a:prstGeom prst="straightConnector1">
            <a:avLst/>
          </a:prstGeom>
          <a:ln w="38100">
            <a:solidFill>
              <a:srgbClr val="00808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9144000" y="6553200"/>
            <a:ext cx="8171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Century Gothic" panose="020B0502020202020204" pitchFamily="34" charset="0"/>
              </a:rPr>
              <a:t>SLIDE </a:t>
            </a:r>
            <a:fld id="{6FD6B7A6-E1EC-4D2B-BE3B-190BA12621E0}" type="slidenum">
              <a:rPr lang="en-US" sz="110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37</a:t>
            </a:fld>
            <a:endParaRPr lang="en-US" sz="11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4702077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68" grpId="0"/>
      <p:bldP spid="70" grpId="0" animBg="1"/>
      <p:bldP spid="33" grpId="0" animBg="1"/>
      <p:bldP spid="33" grpId="1" animBg="1"/>
      <p:bldP spid="36" grpId="0"/>
      <p:bldP spid="37" grpId="0" animBg="1"/>
      <p:bldP spid="38" grpId="0"/>
      <p:bldP spid="41" grpId="0" animBg="1"/>
      <p:bldP spid="52" grpId="0" animBg="1"/>
      <p:bldP spid="55" grpId="0" animBg="1"/>
      <p:bldP spid="56" grpId="0" animBg="1"/>
      <p:bldP spid="18" grpId="0" animBg="1"/>
      <p:bldP spid="2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E5C35B-E667-D94F-8BFA-7037AB712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1" y="846139"/>
            <a:ext cx="4957763" cy="50103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D78AFE-D7AB-2346-8FD8-3A0AF0D83769}"/>
              </a:ext>
            </a:extLst>
          </p:cNvPr>
          <p:cNvSpPr txBox="1"/>
          <p:nvPr/>
        </p:nvSpPr>
        <p:spPr>
          <a:xfrm>
            <a:off x="7310438" y="985838"/>
            <a:ext cx="29718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If the price of hamburgers is $2, consumer surplus will equal: </a:t>
            </a:r>
          </a:p>
          <a:p>
            <a:endParaRPr lang="en-US" sz="2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AutoNum type="alphaLcParenR"/>
            </a:pP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$650</a:t>
            </a:r>
          </a:p>
          <a:p>
            <a:pPr marL="342900" indent="-342900">
              <a:buAutoNum type="alphaLcParenR"/>
            </a:pP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$400</a:t>
            </a:r>
          </a:p>
          <a:p>
            <a:pPr marL="342900" indent="-342900">
              <a:buAutoNum type="alphaLcParenR"/>
            </a:pP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$225</a:t>
            </a:r>
          </a:p>
          <a:p>
            <a:pPr marL="342900" indent="-342900">
              <a:buAutoNum type="alphaLcParenR"/>
            </a:pP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$450</a:t>
            </a:r>
          </a:p>
        </p:txBody>
      </p:sp>
    </p:spTree>
    <p:extLst>
      <p:ext uri="{BB962C8B-B14F-4D97-AF65-F5344CB8AC3E}">
        <p14:creationId xmlns:p14="http://schemas.microsoft.com/office/powerpoint/2010/main" val="16845208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DA72E-91B6-2945-980E-E31190A83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If the price of hamburgers is $2.50 today, what will happen to the price in the coming days/months?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3AB85-CB1D-694E-8D44-53C0AA7B4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lphaLcParenR"/>
            </a:pPr>
            <a:r>
              <a:rPr lang="en-US" dirty="0"/>
              <a:t>It will fall 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LcParenR"/>
            </a:pPr>
            <a:r>
              <a:rPr lang="en-US" dirty="0"/>
              <a:t>It will rise 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LcParenR"/>
            </a:pPr>
            <a:r>
              <a:rPr lang="en-US" dirty="0"/>
              <a:t>It will remain the same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LcParenR"/>
            </a:pPr>
            <a:r>
              <a:rPr lang="en-US" dirty="0"/>
              <a:t>Not enough information</a:t>
            </a:r>
          </a:p>
        </p:txBody>
      </p:sp>
    </p:spTree>
    <p:extLst>
      <p:ext uri="{BB962C8B-B14F-4D97-AF65-F5344CB8AC3E}">
        <p14:creationId xmlns:p14="http://schemas.microsoft.com/office/powerpoint/2010/main" val="22847060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B79F4-A7F7-174C-861A-8AAF7698B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If the price of hamburgers rises, what will be the main effect on the chart?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03148-6596-964C-A4B1-6E22BAC38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0928" y="1600201"/>
            <a:ext cx="5681472" cy="4525963"/>
          </a:xfrm>
        </p:spPr>
        <p:txBody>
          <a:bodyPr/>
          <a:lstStyle/>
          <a:p>
            <a:pPr marL="514350" indent="-514350">
              <a:buFont typeface="+mj-lt"/>
              <a:buAutoNum type="alphaLcParenR"/>
            </a:pPr>
            <a:r>
              <a:rPr lang="en-US" dirty="0"/>
              <a:t>Supply will shift left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Supply will shift right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Demand will shift left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Demand will shift right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148943-0EFC-A449-9107-FD038E6CA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417638"/>
            <a:ext cx="5168900" cy="523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3071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B79F4-A7F7-174C-861A-8AAF7698B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If the price of a hamburger is $2, consumer surplus will be 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03148-6596-964C-A4B1-6E22BAC38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0928" y="1600201"/>
            <a:ext cx="5681472" cy="4525963"/>
          </a:xfrm>
        </p:spPr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lphaLcParenR"/>
            </a:pPr>
            <a:r>
              <a:rPr lang="en-US" dirty="0"/>
              <a:t>$650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LcParenR"/>
            </a:pPr>
            <a:r>
              <a:rPr lang="en-US" dirty="0"/>
              <a:t>$450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LcParenR"/>
            </a:pPr>
            <a:r>
              <a:rPr lang="en-US" dirty="0"/>
              <a:t>$400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LcParenR"/>
            </a:pPr>
            <a:r>
              <a:rPr lang="en-US" dirty="0"/>
              <a:t>$225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148943-0EFC-A449-9107-FD038E6CA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417638"/>
            <a:ext cx="5168900" cy="523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8307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E5C35B-E667-D94F-8BFA-7037AB712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1" y="846139"/>
            <a:ext cx="4957763" cy="50103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D78AFE-D7AB-2346-8FD8-3A0AF0D83769}"/>
              </a:ext>
            </a:extLst>
          </p:cNvPr>
          <p:cNvSpPr txBox="1"/>
          <p:nvPr/>
        </p:nvSpPr>
        <p:spPr>
          <a:xfrm>
            <a:off x="7310438" y="985838"/>
            <a:ext cx="4491418" cy="4332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If 400 hamburgers are sold, producer surplus will equal</a:t>
            </a:r>
          </a:p>
          <a:p>
            <a:endParaRPr lang="en-US" sz="2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$650</a:t>
            </a: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$400</a:t>
            </a: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$510</a:t>
            </a: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$200</a:t>
            </a:r>
          </a:p>
        </p:txBody>
      </p:sp>
    </p:spTree>
    <p:extLst>
      <p:ext uri="{BB962C8B-B14F-4D97-AF65-F5344CB8AC3E}">
        <p14:creationId xmlns:p14="http://schemas.microsoft.com/office/powerpoint/2010/main" val="40429340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E5C35B-E667-D94F-8BFA-7037AB712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33" y="923840"/>
            <a:ext cx="4957763" cy="50103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D78AFE-D7AB-2346-8FD8-3A0AF0D83769}"/>
              </a:ext>
            </a:extLst>
          </p:cNvPr>
          <p:cNvSpPr txBox="1"/>
          <p:nvPr/>
        </p:nvSpPr>
        <p:spPr>
          <a:xfrm>
            <a:off x="7310438" y="985837"/>
            <a:ext cx="411346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If the price falls from $1.50 to $1, what is the loss in producer surplus?</a:t>
            </a:r>
          </a:p>
          <a:p>
            <a:endParaRPr lang="en-US" sz="2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AutoNum type="alphaLcParenR"/>
            </a:pP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$50</a:t>
            </a:r>
          </a:p>
          <a:p>
            <a:pPr marL="342900" indent="-342900">
              <a:buAutoNum type="alphaLcParenR"/>
            </a:pP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$45</a:t>
            </a:r>
          </a:p>
          <a:p>
            <a:pPr marL="342900" indent="-342900">
              <a:buAutoNum type="alphaLcParenR"/>
            </a:pP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$150</a:t>
            </a:r>
          </a:p>
          <a:p>
            <a:pPr marL="342900" indent="-342900">
              <a:buAutoNum type="alphaLcParenR"/>
            </a:pP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$200</a:t>
            </a:r>
          </a:p>
        </p:txBody>
      </p:sp>
    </p:spTree>
    <p:extLst>
      <p:ext uri="{BB962C8B-B14F-4D97-AF65-F5344CB8AC3E}">
        <p14:creationId xmlns:p14="http://schemas.microsoft.com/office/powerpoint/2010/main" val="12330836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E7E9D-352C-3540-BE93-666021877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1700" y="195944"/>
            <a:ext cx="42291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Look at the market for octopus candle holders. What is </a:t>
            </a:r>
            <a:r>
              <a:rPr lang="en-US" b="1" dirty="0"/>
              <a:t>producer surplus </a:t>
            </a:r>
            <a:r>
              <a:rPr lang="en-US" dirty="0"/>
              <a:t>at equilibrium?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67B42F-C4AC-8542-B002-28917DF9B3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9180" y="3810000"/>
            <a:ext cx="1988821" cy="33147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CC5A3D4-FF14-1F43-82E0-241B27E9D76A}"/>
              </a:ext>
            </a:extLst>
          </p:cNvPr>
          <p:cNvSpPr txBox="1"/>
          <p:nvPr/>
        </p:nvSpPr>
        <p:spPr>
          <a:xfrm>
            <a:off x="5981700" y="3045404"/>
            <a:ext cx="1484702" cy="20928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lphaLcParenR"/>
            </a:pPr>
            <a:r>
              <a:rPr lang="en-US" sz="2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$1000</a:t>
            </a:r>
          </a:p>
          <a:p>
            <a:pPr marL="342900" indent="-342900">
              <a:buFont typeface="+mj-lt"/>
              <a:buAutoNum type="alphaLcParenR"/>
            </a:pPr>
            <a:r>
              <a:rPr lang="en-US" sz="2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$2000</a:t>
            </a:r>
          </a:p>
          <a:p>
            <a:pPr marL="342900" indent="-342900">
              <a:buFont typeface="+mj-lt"/>
              <a:buAutoNum type="alphaLcParenR"/>
            </a:pPr>
            <a:r>
              <a:rPr lang="en-US" sz="2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$4000</a:t>
            </a:r>
          </a:p>
          <a:p>
            <a:pPr marL="342900" indent="-342900">
              <a:buFont typeface="+mj-lt"/>
              <a:buAutoNum type="alphaLcParenR"/>
            </a:pPr>
            <a:r>
              <a:rPr lang="en-US" sz="2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$8000</a:t>
            </a:r>
          </a:p>
          <a:p>
            <a:pPr marL="342900" indent="-342900">
              <a:buFont typeface="+mj-lt"/>
              <a:buAutoNum type="alphaLcParenR"/>
            </a:pPr>
            <a:endParaRPr lang="en-US" sz="2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6179299-DECC-3D4E-A84E-C69B1B24B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5633" y="3810000"/>
            <a:ext cx="1988821" cy="33147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78BE3A-06BB-4E41-8C44-4E75D8319C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40727"/>
            <a:ext cx="4310743" cy="4294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624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E7E9D-352C-3540-BE93-666021877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1700" y="195944"/>
            <a:ext cx="42291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Look at the market for octopus candle holders. What is </a:t>
            </a:r>
            <a:r>
              <a:rPr lang="en-US" b="1" dirty="0"/>
              <a:t>total surplus</a:t>
            </a:r>
            <a:r>
              <a:rPr lang="en-US" dirty="0"/>
              <a:t> at equilibrium?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67B42F-C4AC-8542-B002-28917DF9B3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9180" y="3810000"/>
            <a:ext cx="1988821" cy="33147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CC5A3D4-FF14-1F43-82E0-241B27E9D76A}"/>
              </a:ext>
            </a:extLst>
          </p:cNvPr>
          <p:cNvSpPr txBox="1"/>
          <p:nvPr/>
        </p:nvSpPr>
        <p:spPr>
          <a:xfrm>
            <a:off x="5981700" y="3045404"/>
            <a:ext cx="1484702" cy="20928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lphaLcParenR"/>
            </a:pPr>
            <a:r>
              <a:rPr lang="en-US" sz="2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$1000</a:t>
            </a:r>
          </a:p>
          <a:p>
            <a:pPr marL="342900" indent="-342900">
              <a:buFont typeface="+mj-lt"/>
              <a:buAutoNum type="alphaLcParenR"/>
            </a:pPr>
            <a:r>
              <a:rPr lang="en-US" sz="2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$2000</a:t>
            </a:r>
          </a:p>
          <a:p>
            <a:pPr marL="342900" indent="-342900">
              <a:buFont typeface="+mj-lt"/>
              <a:buAutoNum type="alphaLcParenR"/>
            </a:pPr>
            <a:r>
              <a:rPr lang="en-US" sz="2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$4000</a:t>
            </a:r>
          </a:p>
          <a:p>
            <a:pPr marL="342900" indent="-342900">
              <a:buFont typeface="+mj-lt"/>
              <a:buAutoNum type="alphaLcParenR"/>
            </a:pPr>
            <a:r>
              <a:rPr lang="en-US" sz="2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$8000</a:t>
            </a:r>
          </a:p>
          <a:p>
            <a:pPr marL="342900" indent="-342900">
              <a:buFont typeface="+mj-lt"/>
              <a:buAutoNum type="alphaLcParenR"/>
            </a:pPr>
            <a:endParaRPr lang="en-US" sz="2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6179299-DECC-3D4E-A84E-C69B1B24B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5633" y="3810000"/>
            <a:ext cx="1988821" cy="33147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78BE3A-06BB-4E41-8C44-4E75D8319C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40727"/>
            <a:ext cx="4310743" cy="4294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4884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E7E9D-352C-3540-BE93-666021877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1700" y="195944"/>
            <a:ext cx="42291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Amazon caps the price at $15. What is the new </a:t>
            </a:r>
            <a:r>
              <a:rPr lang="en-US" b="1" dirty="0"/>
              <a:t>producer surplus?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67B42F-C4AC-8542-B002-28917DF9B3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9180" y="3810000"/>
            <a:ext cx="1988821" cy="33147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6179299-DECC-3D4E-A84E-C69B1B24B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5633" y="3810000"/>
            <a:ext cx="1988821" cy="3314701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CA0C018C-A416-684A-8B21-4E0BC1A95E0F}"/>
              </a:ext>
            </a:extLst>
          </p:cNvPr>
          <p:cNvGrpSpPr/>
          <p:nvPr/>
        </p:nvGrpSpPr>
        <p:grpSpPr>
          <a:xfrm>
            <a:off x="1524000" y="40727"/>
            <a:ext cx="4310743" cy="4294163"/>
            <a:chOff x="1524000" y="40727"/>
            <a:chExt cx="4310743" cy="429416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978BE3A-06BB-4E41-8C44-4E75D8319C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24000" y="40727"/>
              <a:ext cx="4310743" cy="4294163"/>
            </a:xfrm>
            <a:prstGeom prst="rect">
              <a:avLst/>
            </a:prstGeom>
          </p:spPr>
        </p:pic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E048C71-3E24-374E-BE57-12D6F7B6277F}"/>
                </a:ext>
              </a:extLst>
            </p:cNvPr>
            <p:cNvCxnSpPr>
              <a:cxnSpLocks/>
            </p:cNvCxnSpPr>
            <p:nvPr/>
          </p:nvCxnSpPr>
          <p:spPr>
            <a:xfrm>
              <a:off x="2487384" y="2507911"/>
              <a:ext cx="2661556" cy="0"/>
            </a:xfrm>
            <a:prstGeom prst="line">
              <a:avLst/>
            </a:prstGeom>
            <a:ln w="508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4EFBF5B-0C78-E44E-8ABE-84EF889F3266}"/>
              </a:ext>
            </a:extLst>
          </p:cNvPr>
          <p:cNvSpPr txBox="1"/>
          <p:nvPr/>
        </p:nvSpPr>
        <p:spPr>
          <a:xfrm>
            <a:off x="5981700" y="3045404"/>
            <a:ext cx="1484702" cy="20928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lphaLcParenR"/>
            </a:pPr>
            <a:r>
              <a:rPr lang="en-US" sz="2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$1125</a:t>
            </a:r>
          </a:p>
          <a:p>
            <a:pPr marL="342900" indent="-342900">
              <a:buFont typeface="+mj-lt"/>
              <a:buAutoNum type="alphaLcParenR"/>
            </a:pPr>
            <a:r>
              <a:rPr lang="en-US" sz="2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$1875</a:t>
            </a:r>
          </a:p>
          <a:p>
            <a:pPr marL="342900" indent="-342900">
              <a:buFont typeface="+mj-lt"/>
              <a:buAutoNum type="alphaLcParenR"/>
            </a:pPr>
            <a:r>
              <a:rPr lang="en-US" sz="2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$2000</a:t>
            </a:r>
          </a:p>
          <a:p>
            <a:pPr marL="342900" indent="-342900">
              <a:buFont typeface="+mj-lt"/>
              <a:buAutoNum type="alphaLcParenR"/>
            </a:pPr>
            <a:r>
              <a:rPr lang="en-US" sz="2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$2250</a:t>
            </a:r>
          </a:p>
          <a:p>
            <a:pPr marL="342900" indent="-342900">
              <a:buFont typeface="+mj-lt"/>
              <a:buAutoNum type="alphaLcParenR"/>
            </a:pPr>
            <a:endParaRPr lang="en-US" sz="2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6119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D203C-65D2-8742-9F1B-7D1A44916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Efficiency of Markets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4C2B1-663B-5240-B4ED-A66CB3F38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Competitive markets are usually efficient:</a:t>
            </a:r>
          </a:p>
          <a:p>
            <a:pPr marL="914400" indent="-447675">
              <a:spcAft>
                <a:spcPts val="600"/>
              </a:spcAft>
              <a:buAutoNum type="arabicPeriod"/>
            </a:pPr>
            <a:r>
              <a:rPr lang="en-US" dirty="0"/>
              <a:t>Allocate consumption to the potential </a:t>
            </a:r>
            <a:r>
              <a:rPr lang="en-US" b="1" dirty="0"/>
              <a:t>buyers who most value it.</a:t>
            </a:r>
          </a:p>
          <a:p>
            <a:pPr marL="914400" indent="-447675">
              <a:spcAft>
                <a:spcPts val="600"/>
              </a:spcAft>
              <a:buAutoNum type="arabicPeriod"/>
            </a:pPr>
            <a:r>
              <a:rPr lang="en-US" dirty="0"/>
              <a:t>Allocate sales to potential </a:t>
            </a:r>
            <a:r>
              <a:rPr lang="en-US" b="1" dirty="0"/>
              <a:t>sellers</a:t>
            </a:r>
            <a:r>
              <a:rPr lang="en-US" dirty="0"/>
              <a:t> who most value right to sell the good (e.g., </a:t>
            </a:r>
            <a:r>
              <a:rPr lang="en-US" b="1" dirty="0"/>
              <a:t>who have the lowest cost</a:t>
            </a:r>
            <a:r>
              <a:rPr lang="en-US" dirty="0"/>
              <a:t>).</a:t>
            </a:r>
          </a:p>
          <a:p>
            <a:pPr marL="914400" indent="-447675">
              <a:spcAft>
                <a:spcPts val="600"/>
              </a:spcAft>
              <a:buAutoNum type="arabicPeriod"/>
            </a:pPr>
            <a:r>
              <a:rPr lang="en-US" dirty="0"/>
              <a:t>They ensure that </a:t>
            </a:r>
            <a:r>
              <a:rPr lang="en-US" b="1" dirty="0"/>
              <a:t>all transactions are mutually beneficial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465632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E35A3-BC47-9A48-9B90-676EA0DFE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markets </a:t>
            </a:r>
            <a:r>
              <a:rPr lang="en-US" b="1" i="1" dirty="0"/>
              <a:t>typically</a:t>
            </a:r>
            <a:r>
              <a:rPr lang="en-US" b="1" dirty="0"/>
              <a:t>  work so well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6CB3491-0427-3742-97B6-953E804FA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Well-functioning markets are effective because of:</a:t>
            </a:r>
          </a:p>
          <a:p>
            <a:pPr marL="914400" indent="-447675">
              <a:buFont typeface="+mj-lt"/>
              <a:buAutoNum type="arabicPeriod"/>
            </a:pPr>
            <a:r>
              <a:rPr lang="en-US" sz="2800" b="1" dirty="0"/>
              <a:t>Property rights: </a:t>
            </a:r>
            <a:r>
              <a:rPr lang="en-US" sz="2800" dirty="0"/>
              <a:t>the rights of owners of valuable items, whether resources goods, to use those items as they </a:t>
            </a:r>
            <a:r>
              <a:rPr lang="en-US" sz="2800" dirty="0" err="1"/>
              <a:t>chooseor</a:t>
            </a:r>
            <a:r>
              <a:rPr lang="en-US" sz="2800" dirty="0"/>
              <a:t>.</a:t>
            </a:r>
            <a:endParaRPr lang="en-US" sz="2600" b="1" dirty="0"/>
          </a:p>
          <a:p>
            <a:pPr marL="914400" indent="-447675">
              <a:buFont typeface="+mj-lt"/>
              <a:buAutoNum type="arabicPeriod"/>
            </a:pPr>
            <a:r>
              <a:rPr lang="en-US" sz="2800" b="1" dirty="0"/>
              <a:t>Economic signals: </a:t>
            </a:r>
            <a:r>
              <a:rPr lang="en-US" sz="2800" dirty="0"/>
              <a:t>any piece of information that helps people make better economic decisions.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35886067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1828800" y="1219200"/>
            <a:ext cx="8496300" cy="5486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>
                <a:schemeClr val="tx1">
                  <a:lumMod val="50000"/>
                  <a:lumOff val="50000"/>
                </a:schemeClr>
              </a:buClr>
            </a:pPr>
            <a:endParaRPr lang="en-US" altLang="en-US" dirty="0">
              <a:latin typeface="Open Sans" charset="0"/>
              <a:ea typeface="Open Sans" charset="0"/>
              <a:cs typeface="Open Sans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AAC370-2E0D-6A41-B612-8E2EB564F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Four sources of market failures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FC934-886A-5A4B-ACA3-8429D804C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Clr>
                <a:schemeClr val="tx1">
                  <a:lumMod val="50000"/>
                  <a:lumOff val="50000"/>
                </a:schemeClr>
              </a:buClr>
              <a:buNone/>
            </a:pPr>
            <a:r>
              <a:rPr lang="en-US" altLang="en-US" sz="3600" dirty="0">
                <a:solidFill>
                  <a:srgbClr val="C00000"/>
                </a:solidFill>
              </a:rPr>
              <a:t>Markets will not be efficient in the presence of </a:t>
            </a:r>
            <a:r>
              <a:rPr lang="en-US" altLang="en-US" sz="3600" b="1" u="sng" dirty="0">
                <a:solidFill>
                  <a:srgbClr val="C00000"/>
                </a:solidFill>
              </a:rPr>
              <a:t>market failures!</a:t>
            </a:r>
          </a:p>
          <a:p>
            <a:pPr>
              <a:buClr>
                <a:schemeClr val="tx1">
                  <a:lumMod val="50000"/>
                  <a:lumOff val="50000"/>
                </a:schemeClr>
              </a:buClr>
            </a:pPr>
            <a:endParaRPr lang="en-US" altLang="en-US" sz="3600" dirty="0">
              <a:solidFill>
                <a:srgbClr val="C00000"/>
              </a:solidFill>
            </a:endParaRPr>
          </a:p>
          <a:p>
            <a:pPr marL="914400" lvl="1" indent="-457200"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altLang="en-US" sz="3200" dirty="0"/>
              <a:t>Lack of competition</a:t>
            </a:r>
          </a:p>
          <a:p>
            <a:pPr marL="914400" lvl="1" indent="-457200"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altLang="en-US" sz="3200" dirty="0"/>
              <a:t>Information not shared by all parties</a:t>
            </a:r>
          </a:p>
          <a:p>
            <a:pPr marL="914400" lvl="1" indent="-457200"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altLang="en-US" sz="3200" dirty="0"/>
              <a:t>Existence of external benefits/costs (externalities)</a:t>
            </a:r>
          </a:p>
          <a:p>
            <a:pPr marL="914400" lvl="1" indent="-457200"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altLang="en-US" sz="3200" dirty="0"/>
              <a:t>Existence of public goods</a:t>
            </a:r>
          </a:p>
        </p:txBody>
      </p:sp>
    </p:spTree>
    <p:extLst>
      <p:ext uri="{BB962C8B-B14F-4D97-AF65-F5344CB8AC3E}">
        <p14:creationId xmlns:p14="http://schemas.microsoft.com/office/powerpoint/2010/main" val="388324144"/>
      </p:ext>
    </p:extLst>
  </p:cSld>
  <p:clrMapOvr>
    <a:masterClrMapping/>
  </p:clrMapOvr>
  <p:transition spd="slow">
    <p:fade thruBlk="1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1381</TotalTime>
  <Words>2252</Words>
  <Application>Microsoft Macintosh PowerPoint</Application>
  <PresentationFormat>Widescreen</PresentationFormat>
  <Paragraphs>479</Paragraphs>
  <Slides>49</Slides>
  <Notes>39</Notes>
  <HiddenSlides>7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62" baseType="lpstr">
      <vt:lpstr>Arial</vt:lpstr>
      <vt:lpstr>Calibri</vt:lpstr>
      <vt:lpstr>Calibri Light</vt:lpstr>
      <vt:lpstr>Cambria Math</vt:lpstr>
      <vt:lpstr>Candara</vt:lpstr>
      <vt:lpstr>Century Gothic</vt:lpstr>
      <vt:lpstr>Gill Sans</vt:lpstr>
      <vt:lpstr>Impact</vt:lpstr>
      <vt:lpstr>Open Sans</vt:lpstr>
      <vt:lpstr>Open Sans Condensed</vt:lpstr>
      <vt:lpstr>Open Sans Light</vt:lpstr>
      <vt:lpstr>Times</vt:lpstr>
      <vt:lpstr>Office Theme</vt:lpstr>
      <vt:lpstr>Consumer and producer surplus</vt:lpstr>
      <vt:lpstr>Admin admin</vt:lpstr>
      <vt:lpstr>Week 2 Agenda</vt:lpstr>
      <vt:lpstr>Agenda</vt:lpstr>
      <vt:lpstr>Consumer and Producer Surplus</vt:lpstr>
      <vt:lpstr>Today (Feb 11) </vt:lpstr>
      <vt:lpstr>Where are we?</vt:lpstr>
      <vt:lpstr>What questions do you have?</vt:lpstr>
      <vt:lpstr>How is the pace so far?</vt:lpstr>
      <vt:lpstr>Plan</vt:lpstr>
      <vt:lpstr>Opportunity cost</vt:lpstr>
      <vt:lpstr>Opportunity cost, take 2</vt:lpstr>
      <vt:lpstr>What best represents the opportunity cost of the spin class?</vt:lpstr>
      <vt:lpstr>Kidneys for sale </vt:lpstr>
      <vt:lpstr>PowerPoint Presentation</vt:lpstr>
      <vt:lpstr>PowerPoint Presentation</vt:lpstr>
      <vt:lpstr>PowerPoint Presentation</vt:lpstr>
      <vt:lpstr>Public service announcement</vt:lpstr>
      <vt:lpstr>Learning objectives</vt:lpstr>
      <vt:lpstr>PowerPoint Presentation</vt:lpstr>
      <vt:lpstr>PowerPoint Presentation</vt:lpstr>
      <vt:lpstr>PowerPoint Presentation</vt:lpstr>
      <vt:lpstr>Buy some new shirts, George!</vt:lpstr>
      <vt:lpstr>Buy some new shirts, George!</vt:lpstr>
      <vt:lpstr>Calculating consumer surplus</vt:lpstr>
      <vt:lpstr>PowerPoint Presentation</vt:lpstr>
      <vt:lpstr>If the price of hamburgers is $2.50 today, what will happen to the price in the coming days/months?</vt:lpstr>
      <vt:lpstr>If the price of hamburgers rises, what will be the main effect on the chart?</vt:lpstr>
      <vt:lpstr>If the price of a hamburger is $2, consumer surplus will be …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If the price of hamburgers is $2.50 today, what will happen to the price in the coming days/months?</vt:lpstr>
      <vt:lpstr>If the price of hamburgers rises, what will be the main effect on the chart?</vt:lpstr>
      <vt:lpstr>If the price of a hamburger is $2, consumer surplus will be …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Efficiency of Markets</vt:lpstr>
      <vt:lpstr>Why markets typically  work so well</vt:lpstr>
      <vt:lpstr>Four sources of market failures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Economic Models: Trade-offs and Trades </dc:title>
  <dc:creator>Emily Beam</dc:creator>
  <cp:lastModifiedBy>Emily Beam</cp:lastModifiedBy>
  <cp:revision>78</cp:revision>
  <cp:lastPrinted>2022-01-22T19:16:55Z</cp:lastPrinted>
  <dcterms:created xsi:type="dcterms:W3CDTF">2017-01-14T13:26:33Z</dcterms:created>
  <dcterms:modified xsi:type="dcterms:W3CDTF">2022-01-27T19:03:11Z</dcterms:modified>
</cp:coreProperties>
</file>