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95" r:id="rId2"/>
    <p:sldId id="337" r:id="rId3"/>
    <p:sldId id="412" r:id="rId4"/>
    <p:sldId id="335" r:id="rId5"/>
    <p:sldId id="338" r:id="rId6"/>
    <p:sldId id="413" r:id="rId7"/>
    <p:sldId id="414" r:id="rId8"/>
    <p:sldId id="415" r:id="rId9"/>
    <p:sldId id="429" r:id="rId10"/>
    <p:sldId id="416" r:id="rId11"/>
    <p:sldId id="332" r:id="rId12"/>
    <p:sldId id="341" r:id="rId13"/>
    <p:sldId id="420" r:id="rId14"/>
    <p:sldId id="421" r:id="rId15"/>
    <p:sldId id="422" r:id="rId16"/>
    <p:sldId id="423" r:id="rId17"/>
    <p:sldId id="418" r:id="rId18"/>
    <p:sldId id="419" r:id="rId19"/>
    <p:sldId id="342" r:id="rId20"/>
    <p:sldId id="343" r:id="rId21"/>
    <p:sldId id="345" r:id="rId22"/>
    <p:sldId id="333" r:id="rId23"/>
    <p:sldId id="334" r:id="rId24"/>
    <p:sldId id="33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009998"/>
    <a:srgbClr val="91C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6995E-0CE6-E048-8F58-E04B178634C1}" v="28" dt="2022-01-27T19:03:06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1" autoAdjust="0"/>
    <p:restoredTop sz="86620" autoAdjust="0"/>
  </p:normalViewPr>
  <p:slideViewPr>
    <p:cSldViewPr snapToGrid="0" snapToObjects="1">
      <p:cViewPr varScale="1">
        <p:scale>
          <a:sx n="102" d="100"/>
          <a:sy n="102" d="100"/>
        </p:scale>
        <p:origin x="1000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7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Beam" userId="936d34b1-6a49-4345-ae02-8326dc81bf0d" providerId="ADAL" clId="{2A86995E-0CE6-E048-8F58-E04B178634C1}"/>
    <pc:docChg chg="undo custSel addSld delSld modSld sldOrd">
      <pc:chgData name="Emily Beam" userId="936d34b1-6a49-4345-ae02-8326dc81bf0d" providerId="ADAL" clId="{2A86995E-0CE6-E048-8F58-E04B178634C1}" dt="2022-01-27T19:03:06.984" v="1874"/>
      <pc:docMkLst>
        <pc:docMk/>
      </pc:docMkLst>
      <pc:sldChg chg="mod ord modShow">
        <pc:chgData name="Emily Beam" userId="936d34b1-6a49-4345-ae02-8326dc81bf0d" providerId="ADAL" clId="{2A86995E-0CE6-E048-8F58-E04B178634C1}" dt="2022-01-21T02:32:16.598" v="169" actId="729"/>
        <pc:sldMkLst>
          <pc:docMk/>
          <pc:sldMk cId="910310204" sldId="256"/>
        </pc:sldMkLst>
      </pc:sldChg>
      <pc:sldChg chg="modSp mod">
        <pc:chgData name="Emily Beam" userId="936d34b1-6a49-4345-ae02-8326dc81bf0d" providerId="ADAL" clId="{2A86995E-0CE6-E048-8F58-E04B178634C1}" dt="2022-01-22T19:04:07.185" v="1197" actId="14100"/>
        <pc:sldMkLst>
          <pc:docMk/>
          <pc:sldMk cId="3380658562" sldId="332"/>
        </pc:sldMkLst>
        <pc:spChg chg="mod">
          <ac:chgData name="Emily Beam" userId="936d34b1-6a49-4345-ae02-8326dc81bf0d" providerId="ADAL" clId="{2A86995E-0CE6-E048-8F58-E04B178634C1}" dt="2022-01-22T19:04:07.185" v="1197" actId="14100"/>
          <ac:spMkLst>
            <pc:docMk/>
            <pc:sldMk cId="3380658562" sldId="332"/>
            <ac:spMk id="6" creationId="{46D78AFE-D7AB-2346-8FD8-3A0AF0D83769}"/>
          </ac:spMkLst>
        </pc:spChg>
      </pc:sldChg>
      <pc:sldChg chg="modSp mod">
        <pc:chgData name="Emily Beam" userId="936d34b1-6a49-4345-ae02-8326dc81bf0d" providerId="ADAL" clId="{2A86995E-0CE6-E048-8F58-E04B178634C1}" dt="2022-01-22T19:06:19.717" v="1227" actId="5793"/>
        <pc:sldMkLst>
          <pc:docMk/>
          <pc:sldMk cId="2358860678" sldId="334"/>
        </pc:sldMkLst>
        <pc:spChg chg="mod">
          <ac:chgData name="Emily Beam" userId="936d34b1-6a49-4345-ae02-8326dc81bf0d" providerId="ADAL" clId="{2A86995E-0CE6-E048-8F58-E04B178634C1}" dt="2022-01-22T19:06:19.717" v="1227" actId="5793"/>
          <ac:spMkLst>
            <pc:docMk/>
            <pc:sldMk cId="2358860678" sldId="334"/>
            <ac:spMk id="4" creationId="{36CB3491-0427-3742-97B6-953E804FAF52}"/>
          </ac:spMkLst>
        </pc:sp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2149514622" sldId="336"/>
        </pc:sldMkLst>
      </pc:sldChg>
      <pc:sldChg chg="delSp mod">
        <pc:chgData name="Emily Beam" userId="936d34b1-6a49-4345-ae02-8326dc81bf0d" providerId="ADAL" clId="{2A86995E-0CE6-E048-8F58-E04B178634C1}" dt="2022-01-22T19:00:55.242" v="699" actId="478"/>
        <pc:sldMkLst>
          <pc:docMk/>
          <pc:sldMk cId="2332705886" sldId="337"/>
        </pc:sldMkLst>
        <pc:spChg chg="del">
          <ac:chgData name="Emily Beam" userId="936d34b1-6a49-4345-ae02-8326dc81bf0d" providerId="ADAL" clId="{2A86995E-0CE6-E048-8F58-E04B178634C1}" dt="2022-01-22T19:00:55.242" v="699" actId="478"/>
          <ac:spMkLst>
            <pc:docMk/>
            <pc:sldMk cId="2332705886" sldId="337"/>
            <ac:spMk id="4" creationId="{21F4012C-808F-C640-9A0E-19F47FD62DB5}"/>
          </ac:spMkLst>
        </pc:spChg>
      </pc:sldChg>
      <pc:sldChg chg="modSp mod">
        <pc:chgData name="Emily Beam" userId="936d34b1-6a49-4345-ae02-8326dc81bf0d" providerId="ADAL" clId="{2A86995E-0CE6-E048-8F58-E04B178634C1}" dt="2022-01-22T19:05:20.977" v="1220" actId="1076"/>
        <pc:sldMkLst>
          <pc:docMk/>
          <pc:sldMk cId="3308901620" sldId="341"/>
        </pc:sldMkLst>
        <pc:spChg chg="mod">
          <ac:chgData name="Emily Beam" userId="936d34b1-6a49-4345-ae02-8326dc81bf0d" providerId="ADAL" clId="{2A86995E-0CE6-E048-8F58-E04B178634C1}" dt="2022-01-22T19:05:17.705" v="1219" actId="14100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2A86995E-0CE6-E048-8F58-E04B178634C1}" dt="2022-01-22T19:05:20.977" v="1220" actId="1076"/>
          <ac:picMkLst>
            <pc:docMk/>
            <pc:sldMk cId="3308901620" sldId="341"/>
            <ac:picMk id="4" creationId="{FCE5C35B-E667-D94F-8BFA-7037AB712865}"/>
          </ac:picMkLst>
        </pc:pic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490639164" sldId="346"/>
        </pc:sldMkLst>
      </pc:sldChg>
      <pc:sldChg chg="del">
        <pc:chgData name="Emily Beam" userId="936d34b1-6a49-4345-ae02-8326dc81bf0d" providerId="ADAL" clId="{2A86995E-0CE6-E048-8F58-E04B178634C1}" dt="2022-01-21T02:37:34.467" v="390" actId="2696"/>
        <pc:sldMkLst>
          <pc:docMk/>
          <pc:sldMk cId="937187130" sldId="347"/>
        </pc:sldMkLst>
      </pc:sldChg>
      <pc:sldChg chg="del">
        <pc:chgData name="Emily Beam" userId="936d34b1-6a49-4345-ae02-8326dc81bf0d" providerId="ADAL" clId="{2A86995E-0CE6-E048-8F58-E04B178634C1}" dt="2022-01-21T02:37:34.836" v="391" actId="2696"/>
        <pc:sldMkLst>
          <pc:docMk/>
          <pc:sldMk cId="4286506016" sldId="348"/>
        </pc:sldMkLst>
      </pc:sldChg>
      <pc:sldChg chg="del">
        <pc:chgData name="Emily Beam" userId="936d34b1-6a49-4345-ae02-8326dc81bf0d" providerId="ADAL" clId="{2A86995E-0CE6-E048-8F58-E04B178634C1}" dt="2022-01-21T02:37:35.210" v="392" actId="2696"/>
        <pc:sldMkLst>
          <pc:docMk/>
          <pc:sldMk cId="1439105206" sldId="349"/>
        </pc:sldMkLst>
      </pc:sldChg>
      <pc:sldChg chg="add del mod modShow">
        <pc:chgData name="Emily Beam" userId="936d34b1-6a49-4345-ae02-8326dc81bf0d" providerId="ADAL" clId="{2A86995E-0CE6-E048-8F58-E04B178634C1}" dt="2022-01-22T19:12:03.187" v="1442" actId="729"/>
        <pc:sldMkLst>
          <pc:docMk/>
          <pc:sldMk cId="1530685062" sldId="350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3926511611" sldId="351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982512725" sldId="352"/>
        </pc:sldMkLst>
      </pc:sldChg>
      <pc:sldChg chg="del">
        <pc:chgData name="Emily Beam" userId="936d34b1-6a49-4345-ae02-8326dc81bf0d" providerId="ADAL" clId="{2A86995E-0CE6-E048-8F58-E04B178634C1}" dt="2022-01-22T19:00:10.179" v="636" actId="2696"/>
        <pc:sldMkLst>
          <pc:docMk/>
          <pc:sldMk cId="2357034390" sldId="353"/>
        </pc:sldMkLst>
      </pc:sldChg>
      <pc:sldChg chg="del">
        <pc:chgData name="Emily Beam" userId="936d34b1-6a49-4345-ae02-8326dc81bf0d" providerId="ADAL" clId="{2A86995E-0CE6-E048-8F58-E04B178634C1}" dt="2022-01-22T19:00:11.053" v="637" actId="2696"/>
        <pc:sldMkLst>
          <pc:docMk/>
          <pc:sldMk cId="1745160617" sldId="354"/>
        </pc:sldMkLst>
      </pc:sldChg>
      <pc:sldChg chg="del">
        <pc:chgData name="Emily Beam" userId="936d34b1-6a49-4345-ae02-8326dc81bf0d" providerId="ADAL" clId="{2A86995E-0CE6-E048-8F58-E04B178634C1}" dt="2022-01-22T19:00:11.534" v="638" actId="2696"/>
        <pc:sldMkLst>
          <pc:docMk/>
          <pc:sldMk cId="3954024707" sldId="355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670446068" sldId="356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574316471" sldId="357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199821386" sldId="358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3038052581" sldId="359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910250030" sldId="360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2970909953" sldId="361"/>
        </pc:sldMkLst>
      </pc:sldChg>
      <pc:sldChg chg="del">
        <pc:chgData name="Emily Beam" userId="936d34b1-6a49-4345-ae02-8326dc81bf0d" providerId="ADAL" clId="{2A86995E-0CE6-E048-8F58-E04B178634C1}" dt="2022-01-21T02:32:58.755" v="214" actId="2696"/>
        <pc:sldMkLst>
          <pc:docMk/>
          <pc:sldMk cId="1916225618" sldId="362"/>
        </pc:sldMkLst>
      </pc:sldChg>
      <pc:sldChg chg="modSp mod">
        <pc:chgData name="Emily Beam" userId="936d34b1-6a49-4345-ae02-8326dc81bf0d" providerId="ADAL" clId="{2A86995E-0CE6-E048-8F58-E04B178634C1}" dt="2022-01-21T02:35:34.597" v="248" actId="20577"/>
        <pc:sldMkLst>
          <pc:docMk/>
          <pc:sldMk cId="1247649357" sldId="364"/>
        </pc:sldMkLst>
        <pc:spChg chg="mod">
          <ac:chgData name="Emily Beam" userId="936d34b1-6a49-4345-ae02-8326dc81bf0d" providerId="ADAL" clId="{2A86995E-0CE6-E048-8F58-E04B178634C1}" dt="2022-01-21T02:35:34.597" v="248" actId="2057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2A86995E-0CE6-E048-8F58-E04B178634C1}" dt="2022-01-21T02:35:32.256" v="247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modSp mod">
        <pc:chgData name="Emily Beam" userId="936d34b1-6a49-4345-ae02-8326dc81bf0d" providerId="ADAL" clId="{2A86995E-0CE6-E048-8F58-E04B178634C1}" dt="2022-01-21T02:35:56.175" v="303" actId="20577"/>
        <pc:sldMkLst>
          <pc:docMk/>
          <pc:sldMk cId="2632926032" sldId="365"/>
        </pc:sldMkLst>
        <pc:spChg chg="mod">
          <ac:chgData name="Emily Beam" userId="936d34b1-6a49-4345-ae02-8326dc81bf0d" providerId="ADAL" clId="{2A86995E-0CE6-E048-8F58-E04B178634C1}" dt="2022-01-21T02:35:56.175" v="303" actId="20577"/>
          <ac:spMkLst>
            <pc:docMk/>
            <pc:sldMk cId="2632926032" sldId="365"/>
            <ac:spMk id="2" creationId="{00000000-0000-0000-0000-000000000000}"/>
          </ac:spMkLst>
        </pc:spChg>
      </pc:sldChg>
      <pc:sldChg chg="del">
        <pc:chgData name="Emily Beam" userId="936d34b1-6a49-4345-ae02-8326dc81bf0d" providerId="ADAL" clId="{2A86995E-0CE6-E048-8F58-E04B178634C1}" dt="2022-01-21T02:36:14.028" v="307" actId="2696"/>
        <pc:sldMkLst>
          <pc:docMk/>
          <pc:sldMk cId="3232699393" sldId="366"/>
        </pc:sldMkLst>
      </pc:sldChg>
      <pc:sldChg chg="delSp modSp mod modClrScheme modShow chgLayout">
        <pc:chgData name="Emily Beam" userId="936d34b1-6a49-4345-ae02-8326dc81bf0d" providerId="ADAL" clId="{2A86995E-0CE6-E048-8F58-E04B178634C1}" dt="2022-01-25T17:00:25.945" v="1733" actId="729"/>
        <pc:sldMkLst>
          <pc:docMk/>
          <pc:sldMk cId="3447171818" sldId="367"/>
        </pc:sldMkLst>
        <pc:spChg chg="mod ord">
          <ac:chgData name="Emily Beam" userId="936d34b1-6a49-4345-ae02-8326dc81bf0d" providerId="ADAL" clId="{2A86995E-0CE6-E048-8F58-E04B178634C1}" dt="2022-01-21T02:37:46.907" v="393" actId="700"/>
          <ac:spMkLst>
            <pc:docMk/>
            <pc:sldMk cId="3447171818" sldId="367"/>
            <ac:spMk id="2" creationId="{90214611-B2CE-9347-A9F3-63BC5DA2A493}"/>
          </ac:spMkLst>
        </pc:spChg>
        <pc:spChg chg="mod ord">
          <ac:chgData name="Emily Beam" userId="936d34b1-6a49-4345-ae02-8326dc81bf0d" providerId="ADAL" clId="{2A86995E-0CE6-E048-8F58-E04B178634C1}" dt="2022-01-22T19:07:13.224" v="1231" actId="27636"/>
          <ac:spMkLst>
            <pc:docMk/>
            <pc:sldMk cId="3447171818" sldId="367"/>
            <ac:spMk id="3" creationId="{00C9E09E-DD32-1A4E-B909-5807BFE4B03D}"/>
          </ac:spMkLst>
        </pc:spChg>
        <pc:picChg chg="del mod">
          <ac:chgData name="Emily Beam" userId="936d34b1-6a49-4345-ae02-8326dc81bf0d" providerId="ADAL" clId="{2A86995E-0CE6-E048-8F58-E04B178634C1}" dt="2022-01-22T19:07:11.842" v="1229" actId="478"/>
          <ac:picMkLst>
            <pc:docMk/>
            <pc:sldMk cId="3447171818" sldId="367"/>
            <ac:picMk id="1026" creationId="{368A5F62-5EE8-B04E-99C4-0BD57CDC1600}"/>
          </ac:picMkLst>
        </pc:picChg>
      </pc:sldChg>
      <pc:sldChg chg="del">
        <pc:chgData name="Emily Beam" userId="936d34b1-6a49-4345-ae02-8326dc81bf0d" providerId="ADAL" clId="{2A86995E-0CE6-E048-8F58-E04B178634C1}" dt="2022-01-21T02:38:11.953" v="398" actId="2696"/>
        <pc:sldMkLst>
          <pc:docMk/>
          <pc:sldMk cId="3093790291" sldId="369"/>
        </pc:sldMkLst>
      </pc:sldChg>
      <pc:sldChg chg="addSp delSp modSp mod">
        <pc:chgData name="Emily Beam" userId="936d34b1-6a49-4345-ae02-8326dc81bf0d" providerId="ADAL" clId="{2A86995E-0CE6-E048-8F58-E04B178634C1}" dt="2022-01-22T19:11:08.909" v="1404" actId="20577"/>
        <pc:sldMkLst>
          <pc:docMk/>
          <pc:sldMk cId="2140193913" sldId="370"/>
        </pc:sldMkLst>
        <pc:spChg chg="mod">
          <ac:chgData name="Emily Beam" userId="936d34b1-6a49-4345-ae02-8326dc81bf0d" providerId="ADAL" clId="{2A86995E-0CE6-E048-8F58-E04B178634C1}" dt="2022-01-22T19:11:08.909" v="1404" actId="20577"/>
          <ac:spMkLst>
            <pc:docMk/>
            <pc:sldMk cId="2140193913" sldId="370"/>
            <ac:spMk id="3" creationId="{1B55C4C4-00C4-2042-B843-003DF214B258}"/>
          </ac:spMkLst>
        </pc:spChg>
        <pc:picChg chg="add mod modCrop">
          <ac:chgData name="Emily Beam" userId="936d34b1-6a49-4345-ae02-8326dc81bf0d" providerId="ADAL" clId="{2A86995E-0CE6-E048-8F58-E04B178634C1}" dt="2022-01-22T19:11:04.043" v="1390" actId="1076"/>
          <ac:picMkLst>
            <pc:docMk/>
            <pc:sldMk cId="2140193913" sldId="370"/>
            <ac:picMk id="4" creationId="{3EADE335-C918-5740-A7C9-A0A025FBF021}"/>
          </ac:picMkLst>
        </pc:picChg>
        <pc:picChg chg="del">
          <ac:chgData name="Emily Beam" userId="936d34b1-6a49-4345-ae02-8326dc81bf0d" providerId="ADAL" clId="{2A86995E-0CE6-E048-8F58-E04B178634C1}" dt="2022-01-22T19:10:47.086" v="1386" actId="478"/>
          <ac:picMkLst>
            <pc:docMk/>
            <pc:sldMk cId="2140193913" sldId="370"/>
            <ac:picMk id="2050" creationId="{AB5F76FF-C715-3946-AB70-AB70839DA3FF}"/>
          </ac:picMkLst>
        </pc:picChg>
      </pc:sldChg>
      <pc:sldChg chg="del">
        <pc:chgData name="Emily Beam" userId="936d34b1-6a49-4345-ae02-8326dc81bf0d" providerId="ADAL" clId="{2A86995E-0CE6-E048-8F58-E04B178634C1}" dt="2022-01-22T19:11:39.512" v="1437" actId="2696"/>
        <pc:sldMkLst>
          <pc:docMk/>
          <pc:sldMk cId="4050193649" sldId="371"/>
        </pc:sldMkLst>
      </pc:sldChg>
      <pc:sldChg chg="del">
        <pc:chgData name="Emily Beam" userId="936d34b1-6a49-4345-ae02-8326dc81bf0d" providerId="ADAL" clId="{2A86995E-0CE6-E048-8F58-E04B178634C1}" dt="2022-01-22T19:11:40.125" v="1438" actId="2696"/>
        <pc:sldMkLst>
          <pc:docMk/>
          <pc:sldMk cId="1317508250" sldId="372"/>
        </pc:sldMkLst>
      </pc:sldChg>
      <pc:sldChg chg="del">
        <pc:chgData name="Emily Beam" userId="936d34b1-6a49-4345-ae02-8326dc81bf0d" providerId="ADAL" clId="{2A86995E-0CE6-E048-8F58-E04B178634C1}" dt="2022-01-22T19:11:40.918" v="1439" actId="2696"/>
        <pc:sldMkLst>
          <pc:docMk/>
          <pc:sldMk cId="1466315429" sldId="373"/>
        </pc:sldMkLst>
      </pc:sldChg>
      <pc:sldChg chg="modSp del mod">
        <pc:chgData name="Emily Beam" userId="936d34b1-6a49-4345-ae02-8326dc81bf0d" providerId="ADAL" clId="{2A86995E-0CE6-E048-8F58-E04B178634C1}" dt="2022-01-22T19:11:38.272" v="1434" actId="2696"/>
        <pc:sldMkLst>
          <pc:docMk/>
          <pc:sldMk cId="1587655595" sldId="374"/>
        </pc:sldMkLst>
        <pc:picChg chg="mod">
          <ac:chgData name="Emily Beam" userId="936d34b1-6a49-4345-ae02-8326dc81bf0d" providerId="ADAL" clId="{2A86995E-0CE6-E048-8F58-E04B178634C1}" dt="2022-01-21T02:38:28.369" v="400" actId="1076"/>
          <ac:picMkLst>
            <pc:docMk/>
            <pc:sldMk cId="1587655595" sldId="374"/>
            <ac:picMk id="5" creationId="{A6C7ACF4-97A9-0844-BD00-9CED50CD7C2F}"/>
          </ac:picMkLst>
        </pc:picChg>
      </pc:sldChg>
      <pc:sldChg chg="del">
        <pc:chgData name="Emily Beam" userId="936d34b1-6a49-4345-ae02-8326dc81bf0d" providerId="ADAL" clId="{2A86995E-0CE6-E048-8F58-E04B178634C1}" dt="2022-01-22T19:11:38.405" v="1435" actId="2696"/>
        <pc:sldMkLst>
          <pc:docMk/>
          <pc:sldMk cId="4191978786" sldId="375"/>
        </pc:sldMkLst>
      </pc:sldChg>
      <pc:sldChg chg="del">
        <pc:chgData name="Emily Beam" userId="936d34b1-6a49-4345-ae02-8326dc81bf0d" providerId="ADAL" clId="{2A86995E-0CE6-E048-8F58-E04B178634C1}" dt="2022-01-22T19:11:39.046" v="1436" actId="2696"/>
        <pc:sldMkLst>
          <pc:docMk/>
          <pc:sldMk cId="1285868251" sldId="376"/>
        </pc:sldMkLst>
      </pc:sldChg>
      <pc:sldChg chg="del">
        <pc:chgData name="Emily Beam" userId="936d34b1-6a49-4345-ae02-8326dc81bf0d" providerId="ADAL" clId="{2A86995E-0CE6-E048-8F58-E04B178634C1}" dt="2022-01-22T19:03:55.462" v="1193" actId="2696"/>
        <pc:sldMkLst>
          <pc:docMk/>
          <pc:sldMk cId="2687049052" sldId="377"/>
        </pc:sldMkLst>
      </pc:sldChg>
      <pc:sldChg chg="del">
        <pc:chgData name="Emily Beam" userId="936d34b1-6a49-4345-ae02-8326dc81bf0d" providerId="ADAL" clId="{2A86995E-0CE6-E048-8F58-E04B178634C1}" dt="2022-01-22T19:03:55.951" v="1194" actId="2696"/>
        <pc:sldMkLst>
          <pc:docMk/>
          <pc:sldMk cId="1023143763" sldId="378"/>
        </pc:sldMkLst>
      </pc:sldChg>
      <pc:sldChg chg="del">
        <pc:chgData name="Emily Beam" userId="936d34b1-6a49-4345-ae02-8326dc81bf0d" providerId="ADAL" clId="{2A86995E-0CE6-E048-8F58-E04B178634C1}" dt="2022-01-22T19:03:56.844" v="1195" actId="2696"/>
        <pc:sldMkLst>
          <pc:docMk/>
          <pc:sldMk cId="395096196" sldId="379"/>
        </pc:sldMkLst>
      </pc:sldChg>
      <pc:sldChg chg="del">
        <pc:chgData name="Emily Beam" userId="936d34b1-6a49-4345-ae02-8326dc81bf0d" providerId="ADAL" clId="{2A86995E-0CE6-E048-8F58-E04B178634C1}" dt="2022-01-22T19:04:52.310" v="1198" actId="2696"/>
        <pc:sldMkLst>
          <pc:docMk/>
          <pc:sldMk cId="4271823179" sldId="380"/>
        </pc:sldMkLst>
      </pc:sldChg>
      <pc:sldChg chg="del">
        <pc:chgData name="Emily Beam" userId="936d34b1-6a49-4345-ae02-8326dc81bf0d" providerId="ADAL" clId="{2A86995E-0CE6-E048-8F58-E04B178634C1}" dt="2022-01-22T19:05:03.958" v="1200" actId="2696"/>
        <pc:sldMkLst>
          <pc:docMk/>
          <pc:sldMk cId="116284873" sldId="381"/>
        </pc:sldMkLst>
      </pc:sldChg>
      <pc:sldChg chg="del">
        <pc:chgData name="Emily Beam" userId="936d34b1-6a49-4345-ae02-8326dc81bf0d" providerId="ADAL" clId="{2A86995E-0CE6-E048-8F58-E04B178634C1}" dt="2022-01-22T19:05:04.359" v="1201" actId="2696"/>
        <pc:sldMkLst>
          <pc:docMk/>
          <pc:sldMk cId="1608397862" sldId="382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4174433341" sldId="383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632004884" sldId="384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836017310" sldId="385"/>
        </pc:sldMkLst>
      </pc:sldChg>
      <pc:sldChg chg="del">
        <pc:chgData name="Emily Beam" userId="936d34b1-6a49-4345-ae02-8326dc81bf0d" providerId="ADAL" clId="{2A86995E-0CE6-E048-8F58-E04B178634C1}" dt="2022-01-22T19:02:52.259" v="1100" actId="2696"/>
        <pc:sldMkLst>
          <pc:docMk/>
          <pc:sldMk cId="173002371" sldId="386"/>
        </pc:sldMkLst>
      </pc:sldChg>
      <pc:sldChg chg="del">
        <pc:chgData name="Emily Beam" userId="936d34b1-6a49-4345-ae02-8326dc81bf0d" providerId="ADAL" clId="{2A86995E-0CE6-E048-8F58-E04B178634C1}" dt="2022-01-22T19:02:54.194" v="1101" actId="2696"/>
        <pc:sldMkLst>
          <pc:docMk/>
          <pc:sldMk cId="1943312248" sldId="387"/>
        </pc:sldMkLst>
      </pc:sldChg>
      <pc:sldChg chg="del">
        <pc:chgData name="Emily Beam" userId="936d34b1-6a49-4345-ae02-8326dc81bf0d" providerId="ADAL" clId="{2A86995E-0CE6-E048-8F58-E04B178634C1}" dt="2022-01-22T19:02:55.035" v="1102" actId="2696"/>
        <pc:sldMkLst>
          <pc:docMk/>
          <pc:sldMk cId="512075740" sldId="388"/>
        </pc:sldMkLst>
      </pc:sldChg>
      <pc:sldChg chg="del">
        <pc:chgData name="Emily Beam" userId="936d34b1-6a49-4345-ae02-8326dc81bf0d" providerId="ADAL" clId="{2A86995E-0CE6-E048-8F58-E04B178634C1}" dt="2022-01-22T19:05:29.626" v="1221" actId="2696"/>
        <pc:sldMkLst>
          <pc:docMk/>
          <pc:sldMk cId="3940857066" sldId="389"/>
        </pc:sldMkLst>
      </pc:sldChg>
      <pc:sldChg chg="del">
        <pc:chgData name="Emily Beam" userId="936d34b1-6a49-4345-ae02-8326dc81bf0d" providerId="ADAL" clId="{2A86995E-0CE6-E048-8F58-E04B178634C1}" dt="2022-01-22T19:05:38.700" v="1224" actId="2696"/>
        <pc:sldMkLst>
          <pc:docMk/>
          <pc:sldMk cId="2851640464" sldId="390"/>
        </pc:sldMkLst>
      </pc:sldChg>
      <pc:sldChg chg="del">
        <pc:chgData name="Emily Beam" userId="936d34b1-6a49-4345-ae02-8326dc81bf0d" providerId="ADAL" clId="{2A86995E-0CE6-E048-8F58-E04B178634C1}" dt="2022-01-22T19:05:37.724" v="1223" actId="2696"/>
        <pc:sldMkLst>
          <pc:docMk/>
          <pc:sldMk cId="1681569916" sldId="391"/>
        </pc:sldMkLst>
      </pc:sldChg>
      <pc:sldChg chg="del">
        <pc:chgData name="Emily Beam" userId="936d34b1-6a49-4345-ae02-8326dc81bf0d" providerId="ADAL" clId="{2A86995E-0CE6-E048-8F58-E04B178634C1}" dt="2022-01-22T19:05:37.076" v="1222" actId="2696"/>
        <pc:sldMkLst>
          <pc:docMk/>
          <pc:sldMk cId="135179092" sldId="392"/>
        </pc:sldMkLst>
      </pc:sldChg>
      <pc:sldChg chg="mod modShow">
        <pc:chgData name="Emily Beam" userId="936d34b1-6a49-4345-ae02-8326dc81bf0d" providerId="ADAL" clId="{2A86995E-0CE6-E048-8F58-E04B178634C1}" dt="2022-01-21T02:32:28.002" v="170" actId="729"/>
        <pc:sldMkLst>
          <pc:docMk/>
          <pc:sldMk cId="2522153618" sldId="393"/>
        </pc:sldMkLst>
      </pc:sldChg>
      <pc:sldChg chg="del">
        <pc:chgData name="Emily Beam" userId="936d34b1-6a49-4345-ae02-8326dc81bf0d" providerId="ADAL" clId="{2A86995E-0CE6-E048-8F58-E04B178634C1}" dt="2022-01-22T19:05:02.365" v="1199" actId="2696"/>
        <pc:sldMkLst>
          <pc:docMk/>
          <pc:sldMk cId="4230096444" sldId="394"/>
        </pc:sldMkLst>
      </pc:sldChg>
      <pc:sldChg chg="addSp delSp modSp add mod modClrScheme chgLayout">
        <pc:chgData name="Emily Beam" userId="936d34b1-6a49-4345-ae02-8326dc81bf0d" providerId="ADAL" clId="{2A86995E-0CE6-E048-8F58-E04B178634C1}" dt="2022-01-21T02:22:08.458" v="37" actId="20577"/>
        <pc:sldMkLst>
          <pc:docMk/>
          <pc:sldMk cId="3311012300" sldId="395"/>
        </pc:sldMkLst>
        <pc:spChg chg="mod ord">
          <ac:chgData name="Emily Beam" userId="936d34b1-6a49-4345-ae02-8326dc81bf0d" providerId="ADAL" clId="{2A86995E-0CE6-E048-8F58-E04B178634C1}" dt="2022-01-21T02:21:22.797" v="33" actId="20577"/>
          <ac:spMkLst>
            <pc:docMk/>
            <pc:sldMk cId="3311012300" sldId="395"/>
            <ac:spMk id="2" creationId="{00000000-0000-0000-0000-000000000000}"/>
          </ac:spMkLst>
        </pc:spChg>
        <pc:spChg chg="del mod ord">
          <ac:chgData name="Emily Beam" userId="936d34b1-6a49-4345-ae02-8326dc81bf0d" providerId="ADAL" clId="{2A86995E-0CE6-E048-8F58-E04B178634C1}" dt="2022-01-21T02:21:15.740" v="3" actId="700"/>
          <ac:spMkLst>
            <pc:docMk/>
            <pc:sldMk cId="3311012300" sldId="395"/>
            <ac:spMk id="3" creationId="{00000000-0000-0000-0000-000000000000}"/>
          </ac:spMkLst>
        </pc:spChg>
        <pc:spChg chg="add mod ord">
          <ac:chgData name="Emily Beam" userId="936d34b1-6a49-4345-ae02-8326dc81bf0d" providerId="ADAL" clId="{2A86995E-0CE6-E048-8F58-E04B178634C1}" dt="2022-01-21T02:21:51.676" v="34" actId="14100"/>
          <ac:spMkLst>
            <pc:docMk/>
            <pc:sldMk cId="3311012300" sldId="395"/>
            <ac:spMk id="4" creationId="{8661A4B8-4B9F-3440-8FDE-BCF727AA707A}"/>
          </ac:spMkLst>
        </pc:spChg>
        <pc:spChg chg="mod">
          <ac:chgData name="Emily Beam" userId="936d34b1-6a49-4345-ae02-8326dc81bf0d" providerId="ADAL" clId="{2A86995E-0CE6-E048-8F58-E04B178634C1}" dt="2022-01-21T02:22:08.458" v="37" actId="20577"/>
          <ac:spMkLst>
            <pc:docMk/>
            <pc:sldMk cId="3311012300" sldId="395"/>
            <ac:spMk id="6" creationId="{C0706373-921D-3B48-995F-F5DEB731BB0B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6:58:19.472" v="1697" actId="27636"/>
        <pc:sldMkLst>
          <pc:docMk/>
          <pc:sldMk cId="633089242" sldId="401"/>
        </pc:sldMkLst>
        <pc:spChg chg="mod ord">
          <ac:chgData name="Emily Beam" userId="936d34b1-6a49-4345-ae02-8326dc81bf0d" providerId="ADAL" clId="{2A86995E-0CE6-E048-8F58-E04B178634C1}" dt="2022-01-21T02:31:02.047" v="38" actId="700"/>
          <ac:spMkLst>
            <pc:docMk/>
            <pc:sldMk cId="633089242" sldId="401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6:58:19.472" v="1697" actId="27636"/>
          <ac:spMkLst>
            <pc:docMk/>
            <pc:sldMk cId="633089242" sldId="401"/>
            <ac:spMk id="3" creationId="{DB4113EC-3727-CA4F-9CCA-E1C619ADC3C1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7:00:45.352" v="1764" actId="20577"/>
        <pc:sldMkLst>
          <pc:docMk/>
          <pc:sldMk cId="317735201" sldId="409"/>
        </pc:sldMkLst>
        <pc:spChg chg="mod ord">
          <ac:chgData name="Emily Beam" userId="936d34b1-6a49-4345-ae02-8326dc81bf0d" providerId="ADAL" clId="{2A86995E-0CE6-E048-8F58-E04B178634C1}" dt="2022-01-25T17:00:45.352" v="1764" actId="20577"/>
          <ac:spMkLst>
            <pc:docMk/>
            <pc:sldMk cId="317735201" sldId="409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7:00:37.630" v="1751" actId="27636"/>
          <ac:spMkLst>
            <pc:docMk/>
            <pc:sldMk cId="317735201" sldId="409"/>
            <ac:spMk id="3" creationId="{DB4113EC-3727-CA4F-9CCA-E1C619ADC3C1}"/>
          </ac:spMkLst>
        </pc:spChg>
      </pc:sldChg>
      <pc:sldChg chg="delSp modSp new del mod">
        <pc:chgData name="Emily Beam" userId="936d34b1-6a49-4345-ae02-8326dc81bf0d" providerId="ADAL" clId="{2A86995E-0CE6-E048-8F58-E04B178634C1}" dt="2022-01-21T02:36:04.428" v="304" actId="2696"/>
        <pc:sldMkLst>
          <pc:docMk/>
          <pc:sldMk cId="1078525518" sldId="410"/>
        </pc:sldMkLst>
        <pc:spChg chg="mod">
          <ac:chgData name="Emily Beam" userId="936d34b1-6a49-4345-ae02-8326dc81bf0d" providerId="ADAL" clId="{2A86995E-0CE6-E048-8F58-E04B178634C1}" dt="2022-01-21T02:32:47.328" v="213" actId="122"/>
          <ac:spMkLst>
            <pc:docMk/>
            <pc:sldMk cId="1078525518" sldId="410"/>
            <ac:spMk id="2" creationId="{00FCEDAF-5CEF-E146-9FC5-E96374489112}"/>
          </ac:spMkLst>
        </pc:spChg>
        <pc:spChg chg="del">
          <ac:chgData name="Emily Beam" userId="936d34b1-6a49-4345-ae02-8326dc81bf0d" providerId="ADAL" clId="{2A86995E-0CE6-E048-8F58-E04B178634C1}" dt="2022-01-21T02:32:45.171" v="212" actId="478"/>
          <ac:spMkLst>
            <pc:docMk/>
            <pc:sldMk cId="1078525518" sldId="410"/>
            <ac:spMk id="3" creationId="{3457AD04-A775-2444-96D4-21EE796A6681}"/>
          </ac:spMkLst>
        </pc:spChg>
      </pc:sldChg>
      <pc:sldChg chg="add del">
        <pc:chgData name="Emily Beam" userId="936d34b1-6a49-4345-ae02-8326dc81bf0d" providerId="ADAL" clId="{2A86995E-0CE6-E048-8F58-E04B178634C1}" dt="2022-01-21T02:36:13.177" v="306" actId="2696"/>
        <pc:sldMkLst>
          <pc:docMk/>
          <pc:sldMk cId="1161945794" sldId="410"/>
        </pc:sldMkLst>
      </pc:sldChg>
      <pc:sldChg chg="modSp new mod modShow">
        <pc:chgData name="Emily Beam" userId="936d34b1-6a49-4345-ae02-8326dc81bf0d" providerId="ADAL" clId="{2A86995E-0CE6-E048-8F58-E04B178634C1}" dt="2022-01-25T17:00:11.812" v="1732" actId="729"/>
        <pc:sldMkLst>
          <pc:docMk/>
          <pc:sldMk cId="3841232756" sldId="410"/>
        </pc:sldMkLst>
        <pc:spChg chg="mod">
          <ac:chgData name="Emily Beam" userId="936d34b1-6a49-4345-ae02-8326dc81bf0d" providerId="ADAL" clId="{2A86995E-0CE6-E048-8F58-E04B178634C1}" dt="2022-01-21T02:36:28.046" v="331" actId="20577"/>
          <ac:spMkLst>
            <pc:docMk/>
            <pc:sldMk cId="3841232756" sldId="410"/>
            <ac:spMk id="2" creationId="{998AC249-B87E-C443-BEDD-02B5DE86ECEB}"/>
          </ac:spMkLst>
        </pc:spChg>
        <pc:spChg chg="mod">
          <ac:chgData name="Emily Beam" userId="936d34b1-6a49-4345-ae02-8326dc81bf0d" providerId="ADAL" clId="{2A86995E-0CE6-E048-8F58-E04B178634C1}" dt="2022-01-21T02:37:32.650" v="389" actId="20577"/>
          <ac:spMkLst>
            <pc:docMk/>
            <pc:sldMk cId="3841232756" sldId="410"/>
            <ac:spMk id="3" creationId="{7461988D-F9A0-7F4A-B930-7873C5A1CD3F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1:30.612" v="1433" actId="20577"/>
        <pc:sldMkLst>
          <pc:docMk/>
          <pc:sldMk cId="4131874688" sldId="411"/>
        </pc:sldMkLst>
        <pc:spChg chg="mod">
          <ac:chgData name="Emily Beam" userId="936d34b1-6a49-4345-ae02-8326dc81bf0d" providerId="ADAL" clId="{2A86995E-0CE6-E048-8F58-E04B178634C1}" dt="2022-01-22T19:08:18.731" v="1336" actId="20577"/>
          <ac:spMkLst>
            <pc:docMk/>
            <pc:sldMk cId="4131874688" sldId="411"/>
            <ac:spMk id="2" creationId="{5C59F45B-5C60-2443-8763-FA3431F4DD87}"/>
          </ac:spMkLst>
        </pc:spChg>
        <pc:spChg chg="mod">
          <ac:chgData name="Emily Beam" userId="936d34b1-6a49-4345-ae02-8326dc81bf0d" providerId="ADAL" clId="{2A86995E-0CE6-E048-8F58-E04B178634C1}" dt="2022-01-22T19:11:30.612" v="1433" actId="20577"/>
          <ac:spMkLst>
            <pc:docMk/>
            <pc:sldMk cId="4131874688" sldId="411"/>
            <ac:spMk id="3" creationId="{9FF22BC4-CB26-A64D-BA68-4558D8116FD9}"/>
          </ac:spMkLst>
        </pc:spChg>
        <pc:picChg chg="add del mod">
          <ac:chgData name="Emily Beam" userId="936d34b1-6a49-4345-ae02-8326dc81bf0d" providerId="ADAL" clId="{2A86995E-0CE6-E048-8F58-E04B178634C1}" dt="2022-01-21T02:39:15.296" v="618" actId="478"/>
          <ac:picMkLst>
            <pc:docMk/>
            <pc:sldMk cId="4131874688" sldId="411"/>
            <ac:picMk id="4" creationId="{8CAE45AA-938A-FB4B-93A1-40BAF24E2C25}"/>
          </ac:picMkLst>
        </pc:picChg>
      </pc:sldChg>
      <pc:sldChg chg="delSp modSp add mod">
        <pc:chgData name="Emily Beam" userId="936d34b1-6a49-4345-ae02-8326dc81bf0d" providerId="ADAL" clId="{2A86995E-0CE6-E048-8F58-E04B178634C1}" dt="2022-01-22T19:00:58.077" v="700" actId="478"/>
        <pc:sldMkLst>
          <pc:docMk/>
          <pc:sldMk cId="1466295376" sldId="412"/>
        </pc:sldMkLst>
        <pc:spChg chg="mod">
          <ac:chgData name="Emily Beam" userId="936d34b1-6a49-4345-ae02-8326dc81bf0d" providerId="ADAL" clId="{2A86995E-0CE6-E048-8F58-E04B178634C1}" dt="2022-01-22T19:00:43.113" v="698" actId="20577"/>
          <ac:spMkLst>
            <pc:docMk/>
            <pc:sldMk cId="1466295376" sldId="412"/>
            <ac:spMk id="3" creationId="{E7CC3CE1-B279-1F45-8E22-8C877DAB29AC}"/>
          </ac:spMkLst>
        </pc:spChg>
        <pc:spChg chg="del">
          <ac:chgData name="Emily Beam" userId="936d34b1-6a49-4345-ae02-8326dc81bf0d" providerId="ADAL" clId="{2A86995E-0CE6-E048-8F58-E04B178634C1}" dt="2022-01-22T19:00:58.077" v="700" actId="478"/>
          <ac:spMkLst>
            <pc:docMk/>
            <pc:sldMk cId="1466295376" sldId="412"/>
            <ac:spMk id="4" creationId="{21F4012C-808F-C640-9A0E-19F47FD62DB5}"/>
          </ac:spMkLst>
        </pc:spChg>
      </pc:sldChg>
      <pc:sldChg chg="modSp new mod">
        <pc:chgData name="Emily Beam" userId="936d34b1-6a49-4345-ae02-8326dc81bf0d" providerId="ADAL" clId="{2A86995E-0CE6-E048-8F58-E04B178634C1}" dt="2022-01-22T19:01:49.984" v="895" actId="2710"/>
        <pc:sldMkLst>
          <pc:docMk/>
          <pc:sldMk cId="1892162749" sldId="413"/>
        </pc:sldMkLst>
        <pc:spChg chg="mod">
          <ac:chgData name="Emily Beam" userId="936d34b1-6a49-4345-ae02-8326dc81bf0d" providerId="ADAL" clId="{2A86995E-0CE6-E048-8F58-E04B178634C1}" dt="2022-01-22T19:01:29.050" v="807" actId="20577"/>
          <ac:spMkLst>
            <pc:docMk/>
            <pc:sldMk cId="1892162749" sldId="413"/>
            <ac:spMk id="2" creationId="{8BCDA72E-91B6-2945-980E-E31190A8387C}"/>
          </ac:spMkLst>
        </pc:spChg>
        <pc:spChg chg="mod">
          <ac:chgData name="Emily Beam" userId="936d34b1-6a49-4345-ae02-8326dc81bf0d" providerId="ADAL" clId="{2A86995E-0CE6-E048-8F58-E04B178634C1}" dt="2022-01-22T19:01:49.984" v="895" actId="2710"/>
          <ac:spMkLst>
            <pc:docMk/>
            <pc:sldMk cId="1892162749" sldId="413"/>
            <ac:spMk id="3" creationId="{6B33AB85-CB1D-694E-8D44-53C0AA7B4DDD}"/>
          </ac:spMkLst>
        </pc:spChg>
      </pc:sldChg>
      <pc:sldChg chg="addSp modSp new mod">
        <pc:chgData name="Emily Beam" userId="936d34b1-6a49-4345-ae02-8326dc81bf0d" providerId="ADAL" clId="{2A86995E-0CE6-E048-8F58-E04B178634C1}" dt="2022-01-27T19:02:50.245" v="1873" actId="20577"/>
        <pc:sldMkLst>
          <pc:docMk/>
          <pc:sldMk cId="3778965082" sldId="414"/>
        </pc:sldMkLst>
        <pc:spChg chg="mod">
          <ac:chgData name="Emily Beam" userId="936d34b1-6a49-4345-ae02-8326dc81bf0d" providerId="ADAL" clId="{2A86995E-0CE6-E048-8F58-E04B178634C1}" dt="2022-01-27T19:02:50.245" v="1873" actId="20577"/>
          <ac:spMkLst>
            <pc:docMk/>
            <pc:sldMk cId="3778965082" sldId="414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2:48.099" v="1099" actId="20577"/>
          <ac:spMkLst>
            <pc:docMk/>
            <pc:sldMk cId="3778965082" sldId="414"/>
            <ac:spMk id="3" creationId="{45F03148-6596-964C-A4B1-6E22BAC38B2E}"/>
          </ac:spMkLst>
        </pc:spChg>
        <pc:picChg chg="add mod">
          <ac:chgData name="Emily Beam" userId="936d34b1-6a49-4345-ae02-8326dc81bf0d" providerId="ADAL" clId="{2A86995E-0CE6-E048-8F58-E04B178634C1}" dt="2022-01-22T19:02:21.061" v="971" actId="1076"/>
          <ac:picMkLst>
            <pc:docMk/>
            <pc:sldMk cId="3778965082" sldId="414"/>
            <ac:picMk id="4" creationId="{53148943-0EFC-A449-9107-FD038E6CA424}"/>
          </ac:picMkLst>
        </pc:picChg>
      </pc:sldChg>
      <pc:sldChg chg="modSp add mod">
        <pc:chgData name="Emily Beam" userId="936d34b1-6a49-4345-ae02-8326dc81bf0d" providerId="ADAL" clId="{2A86995E-0CE6-E048-8F58-E04B178634C1}" dt="2022-01-22T19:03:44.324" v="1192" actId="2710"/>
        <pc:sldMkLst>
          <pc:docMk/>
          <pc:sldMk cId="69957971" sldId="415"/>
        </pc:sldMkLst>
        <pc:spChg chg="mod">
          <ac:chgData name="Emily Beam" userId="936d34b1-6a49-4345-ae02-8326dc81bf0d" providerId="ADAL" clId="{2A86995E-0CE6-E048-8F58-E04B178634C1}" dt="2022-01-22T19:03:07.843" v="1169" actId="5793"/>
          <ac:spMkLst>
            <pc:docMk/>
            <pc:sldMk cId="69957971" sldId="415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3:44.324" v="1192" actId="2710"/>
          <ac:spMkLst>
            <pc:docMk/>
            <pc:sldMk cId="69957971" sldId="415"/>
            <ac:spMk id="3" creationId="{45F03148-6596-964C-A4B1-6E22BAC38B2E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5:37.120" v="1619" actId="1076"/>
        <pc:sldMkLst>
          <pc:docMk/>
          <pc:sldMk cId="3550288994" sldId="416"/>
        </pc:sldMkLst>
        <pc:spChg chg="del mod">
          <ac:chgData name="Emily Beam" userId="936d34b1-6a49-4345-ae02-8326dc81bf0d" providerId="ADAL" clId="{2A86995E-0CE6-E048-8F58-E04B178634C1}" dt="2022-01-22T19:13:01.275" v="1454" actId="478"/>
          <ac:spMkLst>
            <pc:docMk/>
            <pc:sldMk cId="3550288994" sldId="416"/>
            <ac:spMk id="2" creationId="{DC9E93A8-95EA-4B45-B4E2-19CC1C9C68D0}"/>
          </ac:spMkLst>
        </pc:spChg>
        <pc:spChg chg="mod">
          <ac:chgData name="Emily Beam" userId="936d34b1-6a49-4345-ae02-8326dc81bf0d" providerId="ADAL" clId="{2A86995E-0CE6-E048-8F58-E04B178634C1}" dt="2022-01-22T19:15:25.327" v="1616" actId="255"/>
          <ac:spMkLst>
            <pc:docMk/>
            <pc:sldMk cId="3550288994" sldId="416"/>
            <ac:spMk id="3" creationId="{A3189C03-BED2-7E4E-8469-4C2AED77D50C}"/>
          </ac:spMkLst>
        </pc:spChg>
        <pc:spChg chg="add mod">
          <ac:chgData name="Emily Beam" userId="936d34b1-6a49-4345-ae02-8326dc81bf0d" providerId="ADAL" clId="{2A86995E-0CE6-E048-8F58-E04B178634C1}" dt="2022-01-22T19:15:37.120" v="1619" actId="1076"/>
          <ac:spMkLst>
            <pc:docMk/>
            <pc:sldMk cId="3550288994" sldId="416"/>
            <ac:spMk id="5" creationId="{E374F4A3-D405-4E42-A082-2C293643D375}"/>
          </ac:spMkLst>
        </pc:spChg>
        <pc:graphicFrameChg chg="add mod modGraphic">
          <ac:chgData name="Emily Beam" userId="936d34b1-6a49-4345-ae02-8326dc81bf0d" providerId="ADAL" clId="{2A86995E-0CE6-E048-8F58-E04B178634C1}" dt="2022-01-22T19:15:30.887" v="1617" actId="1076"/>
          <ac:graphicFrameMkLst>
            <pc:docMk/>
            <pc:sldMk cId="3550288994" sldId="416"/>
            <ac:graphicFrameMk id="4" creationId="{2994A2A7-6C89-8449-AC32-F69B73307BCD}"/>
          </ac:graphicFrameMkLst>
        </pc:graphicFrameChg>
      </pc:sldChg>
      <pc:sldChg chg="modSp new mod">
        <pc:chgData name="Emily Beam" userId="936d34b1-6a49-4345-ae02-8326dc81bf0d" providerId="ADAL" clId="{2A86995E-0CE6-E048-8F58-E04B178634C1}" dt="2022-01-27T17:50:03.653" v="1862" actId="20577"/>
        <pc:sldMkLst>
          <pc:docMk/>
          <pc:sldMk cId="2388083693" sldId="417"/>
        </pc:sldMkLst>
        <pc:spChg chg="mod">
          <ac:chgData name="Emily Beam" userId="936d34b1-6a49-4345-ae02-8326dc81bf0d" providerId="ADAL" clId="{2A86995E-0CE6-E048-8F58-E04B178634C1}" dt="2022-01-27T17:49:49.490" v="1771" actId="20577"/>
          <ac:spMkLst>
            <pc:docMk/>
            <pc:sldMk cId="2388083693" sldId="417"/>
            <ac:spMk id="2" creationId="{BE330886-6387-6E45-838A-797AF6219BAD}"/>
          </ac:spMkLst>
        </pc:spChg>
        <pc:spChg chg="mod">
          <ac:chgData name="Emily Beam" userId="936d34b1-6a49-4345-ae02-8326dc81bf0d" providerId="ADAL" clId="{2A86995E-0CE6-E048-8F58-E04B178634C1}" dt="2022-01-27T17:50:03.653" v="1862" actId="20577"/>
          <ac:spMkLst>
            <pc:docMk/>
            <pc:sldMk cId="2388083693" sldId="417"/>
            <ac:spMk id="3" creationId="{09963B9D-51C1-9049-B42E-0DA4F9F84358}"/>
          </ac:spMkLst>
        </pc:spChg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4042934044" sldId="418"/>
        </pc:sldMkLst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1233083642" sldId="419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684520891" sldId="420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284706027" sldId="421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737307156" sldId="422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826830743" sldId="423"/>
        </pc:sldMkLst>
      </pc:sldChg>
    </pc:docChg>
  </pc:docChgLst>
  <pc:docChgLst>
    <pc:chgData name="Emily Beam" userId="936d34b1-6a49-4345-ae02-8326dc81bf0d" providerId="ADAL" clId="{FAE962B9-2C10-914E-B5C0-10CE1A6435C5}"/>
    <pc:docChg chg="undo custSel addSld delSld modSld sldOrd modMainMaster modNotesMaster">
      <pc:chgData name="Emily Beam" userId="936d34b1-6a49-4345-ae02-8326dc81bf0d" providerId="ADAL" clId="{FAE962B9-2C10-914E-B5C0-10CE1A6435C5}" dt="2021-02-11T16:24:33.074" v="3198" actId="113"/>
      <pc:docMkLst>
        <pc:docMk/>
      </pc:docMkLst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10310204" sldId="25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3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910310204" sldId="256"/>
            <ac:picMk id="13" creationId="{F0171C2A-CD60-FE4D-B61A-863FA0550C10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260" v="145"/>
        <pc:sldMkLst>
          <pc:docMk/>
          <pc:sldMk cId="3881726210" sldId="257"/>
        </pc:sldMkLst>
        <pc:spChg chg="mod">
          <ac:chgData name="Emily Beam" userId="936d34b1-6a49-4345-ae02-8326dc81bf0d" providerId="ADAL" clId="{FAE962B9-2C10-914E-B5C0-10CE1A6435C5}" dt="2021-02-04T19:32:33.615" v="139" actId="115"/>
          <ac:spMkLst>
            <pc:docMk/>
            <pc:sldMk cId="3881726210" sldId="257"/>
            <ac:spMk id="2" creationId="{00000000-0000-0000-0000-000000000000}"/>
          </ac:spMkLst>
        </pc:spChg>
      </pc:sldChg>
      <pc:sldChg chg="delSp modSp mod modNotes">
        <pc:chgData name="Emily Beam" userId="936d34b1-6a49-4345-ae02-8326dc81bf0d" providerId="ADAL" clId="{FAE962B9-2C10-914E-B5C0-10CE1A6435C5}" dt="2021-02-04T19:33:18.527" v="154" actId="1076"/>
        <pc:sldMkLst>
          <pc:docMk/>
          <pc:sldMk cId="1141323040" sldId="30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1" creationId="{00000000-0000-0000-0000-000000000000}"/>
          </ac:spMkLst>
        </pc:spChg>
        <pc:spChg chg="del mod">
          <ac:chgData name="Emily Beam" userId="936d34b1-6a49-4345-ae02-8326dc81bf0d" providerId="ADAL" clId="{FAE962B9-2C10-914E-B5C0-10CE1A6435C5}" dt="2021-02-04T19:32:42.640" v="143" actId="478"/>
          <ac:spMkLst>
            <pc:docMk/>
            <pc:sldMk cId="1141323040" sldId="303"/>
            <ac:spMk id="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0.244" v="151" actId="14100"/>
          <ac:spMkLst>
            <pc:docMk/>
            <pc:sldMk cId="1141323040" sldId="303"/>
            <ac:spMk id="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8.527" v="154" actId="1076"/>
          <ac:spMkLst>
            <pc:docMk/>
            <pc:sldMk cId="1141323040" sldId="303"/>
            <ac:spMk id="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9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68521424" sldId="30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76022368" sldId="30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675183278" sldId="307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368796500" sldId="30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95786621" sldId="310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48338301" sldId="31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48338301" sldId="311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1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604702077" sldId="31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604702077" sldId="313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1" creationId="{00000000-0000-0000-0000-000000000000}"/>
          </ac:cxnSpMkLst>
        </pc:cxnChg>
      </pc:sldChg>
      <pc:sldChg chg="modSp mod modNotes">
        <pc:chgData name="Emily Beam" userId="936d34b1-6a49-4345-ae02-8326dc81bf0d" providerId="ADAL" clId="{FAE962B9-2C10-914E-B5C0-10CE1A6435C5}" dt="2021-02-04T19:32:55.868" v="149" actId="27636"/>
        <pc:sldMkLst>
          <pc:docMk/>
          <pc:sldMk cId="388324144" sldId="331"/>
        </pc:sldMkLst>
        <pc:spChg chg="mod">
          <ac:chgData name="Emily Beam" userId="936d34b1-6a49-4345-ae02-8326dc81bf0d" providerId="ADAL" clId="{FAE962B9-2C10-914E-B5C0-10CE1A6435C5}" dt="2021-02-04T19:32:55.868" v="149" actId="27636"/>
          <ac:spMkLst>
            <pc:docMk/>
            <pc:sldMk cId="388324144" sldId="331"/>
            <ac:spMk id="3" creationId="{DE3FC934-886A-5A4B-ACA3-8429D804CEF5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88324144" sldId="331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80658562" sldId="33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80658562" sldId="332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80658562" sldId="332"/>
            <ac:picMk id="4" creationId="{FCE5C35B-E667-D94F-8BFA-7037AB712865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805" v="148" actId="27636"/>
        <pc:sldMkLst>
          <pc:docMk/>
          <pc:sldMk cId="1614656320" sldId="333"/>
        </pc:sldMkLst>
        <pc:spChg chg="mod">
          <ac:chgData name="Emily Beam" userId="936d34b1-6a49-4345-ae02-8326dc81bf0d" providerId="ADAL" clId="{FAE962B9-2C10-914E-B5C0-10CE1A6435C5}" dt="2021-02-04T19:32:55.805" v="148" actId="27636"/>
          <ac:spMkLst>
            <pc:docMk/>
            <pc:sldMk cId="1614656320" sldId="333"/>
            <ac:spMk id="3" creationId="{6A44C2B1-663B-5240-B4ED-A66CB3F38FBF}"/>
          </ac:spMkLst>
        </pc:spChg>
      </pc:sldChg>
      <pc:sldChg chg="modNotes">
        <pc:chgData name="Emily Beam" userId="936d34b1-6a49-4345-ae02-8326dc81bf0d" providerId="ADAL" clId="{FAE962B9-2C10-914E-B5C0-10CE1A6435C5}" dt="2021-02-04T19:32:55.260" v="145"/>
        <pc:sldMkLst>
          <pc:docMk/>
          <pc:sldMk cId="2358860678" sldId="334"/>
        </pc:sldMkLst>
      </pc:sldChg>
      <pc:sldChg chg="delSp modSp mod modNotes">
        <pc:chgData name="Emily Beam" userId="936d34b1-6a49-4345-ae02-8326dc81bf0d" providerId="ADAL" clId="{FAE962B9-2C10-914E-B5C0-10CE1A6435C5}" dt="2021-02-11T14:27:54.226" v="2703" actId="478"/>
        <pc:sldMkLst>
          <pc:docMk/>
          <pc:sldMk cId="3298286165" sldId="335"/>
        </pc:sldMkLst>
        <pc:spChg chg="mod">
          <ac:chgData name="Emily Beam" userId="936d34b1-6a49-4345-ae02-8326dc81bf0d" providerId="ADAL" clId="{FAE962B9-2C10-914E-B5C0-10CE1A6435C5}" dt="2021-02-04T19:32:55.745" v="147" actId="27636"/>
          <ac:spMkLst>
            <pc:docMk/>
            <pc:sldMk cId="3298286165" sldId="335"/>
            <ac:spMk id="3" creationId="{3EECA36B-67AB-774A-A1A2-1938A09926A2}"/>
          </ac:spMkLst>
        </pc:spChg>
        <pc:spChg chg="del mod">
          <ac:chgData name="Emily Beam" userId="936d34b1-6a49-4345-ae02-8326dc81bf0d" providerId="ADAL" clId="{FAE962B9-2C10-914E-B5C0-10CE1A6435C5}" dt="2021-02-11T14:27:54.226" v="2703" actId="478"/>
          <ac:spMkLst>
            <pc:docMk/>
            <pc:sldMk cId="3298286165" sldId="335"/>
            <ac:spMk id="5" creationId="{E1441747-0A8C-F440-BBED-631240B9B43F}"/>
          </ac:spMkLst>
        </pc:spChg>
      </pc:sldChg>
      <pc:sldChg chg="modSp mod ord modShow modNotes">
        <pc:chgData name="Emily Beam" userId="936d34b1-6a49-4345-ae02-8326dc81bf0d" providerId="ADAL" clId="{FAE962B9-2C10-914E-B5C0-10CE1A6435C5}" dt="2021-02-04T19:32:55.909" v="150" actId="27636"/>
        <pc:sldMkLst>
          <pc:docMk/>
          <pc:sldMk cId="2149514622" sldId="336"/>
        </pc:sldMkLst>
        <pc:spChg chg="mod">
          <ac:chgData name="Emily Beam" userId="936d34b1-6a49-4345-ae02-8326dc81bf0d" providerId="ADAL" clId="{FAE962B9-2C10-914E-B5C0-10CE1A6435C5}" dt="2021-02-04T19:32:55.909" v="150" actId="27636"/>
          <ac:spMkLst>
            <pc:docMk/>
            <pc:sldMk cId="2149514622" sldId="336"/>
            <ac:spMk id="3" creationId="{82BF64C8-9E2B-8F45-A1B1-381B33822B09}"/>
          </ac:spMkLst>
        </pc:spChg>
      </pc:sldChg>
      <pc:sldChg chg="modSp mod modNotes">
        <pc:chgData name="Emily Beam" userId="936d34b1-6a49-4345-ae02-8326dc81bf0d" providerId="ADAL" clId="{FAE962B9-2C10-914E-B5C0-10CE1A6435C5}" dt="2021-02-04T19:32:55.702" v="146" actId="27636"/>
        <pc:sldMkLst>
          <pc:docMk/>
          <pc:sldMk cId="2332705886" sldId="337"/>
        </pc:sldMkLst>
        <pc:spChg chg="mod">
          <ac:chgData name="Emily Beam" userId="936d34b1-6a49-4345-ae02-8326dc81bf0d" providerId="ADAL" clId="{FAE962B9-2C10-914E-B5C0-10CE1A6435C5}" dt="2021-02-04T19:32:55.702" v="146" actId="27636"/>
          <ac:spMkLst>
            <pc:docMk/>
            <pc:sldMk cId="2332705886" sldId="337"/>
            <ac:spMk id="3" creationId="{E7CC3CE1-B279-1F45-8E22-8C877DAB29AC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32705886" sldId="337"/>
            <ac:spMk id="4" creationId="{21F4012C-808F-C640-9A0E-19F47FD62DB5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6" creationId="{26626F9F-45B9-A642-861F-80251EE378EC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0" creationId="{6A5107CC-747B-C547-B621-3B67163276FE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1" creationId="{F7A23CF2-160E-A84C-BB60-D1AD60230DE3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5732562" sldId="33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5732562" sldId="338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5732562" sldId="338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08901620" sldId="34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08901620" sldId="341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48624753" sldId="34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10" creationId="{36179299-DECC-3D4E-A84E-C69B1B24B4F0}"/>
          </ac:picMkLst>
        </pc:picChg>
      </pc:sldChg>
      <pc:sldChg chg="modSp modNotes modNotesTx">
        <pc:chgData name="Emily Beam" userId="936d34b1-6a49-4345-ae02-8326dc81bf0d" providerId="ADAL" clId="{FAE962B9-2C10-914E-B5C0-10CE1A6435C5}" dt="2021-02-11T14:32:20.721" v="2756" actId="20577"/>
        <pc:sldMkLst>
          <pc:docMk/>
          <pc:sldMk cId="2921488419" sldId="34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10" creationId="{36179299-DECC-3D4E-A84E-C69B1B24B4F0}"/>
          </ac:picMkLst>
        </pc:picChg>
      </pc:sldChg>
      <pc:sldChg chg="addSp modSp modAnim modNotes">
        <pc:chgData name="Emily Beam" userId="936d34b1-6a49-4345-ae02-8326dc81bf0d" providerId="ADAL" clId="{FAE962B9-2C10-914E-B5C0-10CE1A6435C5}" dt="2021-02-11T14:31:46.990" v="2752" actId="164"/>
        <pc:sldMkLst>
          <pc:docMk/>
          <pc:sldMk cId="300611979" sldId="34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11" creationId="{64EFBF5B-0C78-E44E-8ABE-84EF889F3266}"/>
          </ac:spMkLst>
        </pc:spChg>
        <pc:grpChg chg="add mod">
          <ac:chgData name="Emily Beam" userId="936d34b1-6a49-4345-ae02-8326dc81bf0d" providerId="ADAL" clId="{FAE962B9-2C10-914E-B5C0-10CE1A6435C5}" dt="2021-02-11T14:31:46.990" v="2752" actId="164"/>
          <ac:grpSpMkLst>
            <pc:docMk/>
            <pc:sldMk cId="300611979" sldId="345"/>
            <ac:grpSpMk id="2" creationId="{CA0C018C-A416-684A-8B21-4E0BC1A95E0F}"/>
          </ac:grpSpMkLst>
        </pc:grpChg>
        <pc:picChg chg="mod">
          <ac:chgData name="Emily Beam" userId="936d34b1-6a49-4345-ae02-8326dc81bf0d" providerId="ADAL" clId="{FAE962B9-2C10-914E-B5C0-10CE1A6435C5}" dt="2021-02-11T14:31:46.990" v="2752" actId="164"/>
          <ac:picMkLst>
            <pc:docMk/>
            <pc:sldMk cId="300611979" sldId="345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10" creationId="{36179299-DECC-3D4E-A84E-C69B1B24B4F0}"/>
          </ac:picMkLst>
        </pc:picChg>
        <pc:cxnChg chg="mod">
          <ac:chgData name="Emily Beam" userId="936d34b1-6a49-4345-ae02-8326dc81bf0d" providerId="ADAL" clId="{FAE962B9-2C10-914E-B5C0-10CE1A6435C5}" dt="2021-02-11T14:31:46.990" v="2752" actId="164"/>
          <ac:cxnSpMkLst>
            <pc:docMk/>
            <pc:sldMk cId="300611979" sldId="345"/>
            <ac:cxnSpMk id="4" creationId="{7E048C71-3E24-374E-BE57-12D6F7B6277F}"/>
          </ac:cxnSpMkLst>
        </pc:cxnChg>
      </pc:sldChg>
      <pc:sldChg chg="mod modShow modNotes">
        <pc:chgData name="Emily Beam" userId="936d34b1-6a49-4345-ae02-8326dc81bf0d" providerId="ADAL" clId="{FAE962B9-2C10-914E-B5C0-10CE1A6435C5}" dt="2021-02-04T19:32:55.260" v="145"/>
        <pc:sldMkLst>
          <pc:docMk/>
          <pc:sldMk cId="1490639164" sldId="346"/>
        </pc:sldMkLst>
      </pc:sldChg>
      <pc:sldChg chg="addSp delSp modSp add mod ord modNotes">
        <pc:chgData name="Emily Beam" userId="936d34b1-6a49-4345-ae02-8326dc81bf0d" providerId="ADAL" clId="{FAE962B9-2C10-914E-B5C0-10CE1A6435C5}" dt="2021-02-04T19:36:10.543" v="262"/>
        <pc:sldMkLst>
          <pc:docMk/>
          <pc:sldMk cId="937187130" sldId="347"/>
        </pc:sldMkLst>
        <pc:picChg chg="add del mod">
          <ac:chgData name="Emily Beam" userId="936d34b1-6a49-4345-ae02-8326dc81bf0d" providerId="ADAL" clId="{FAE962B9-2C10-914E-B5C0-10CE1A6435C5}" dt="2021-02-04T19:36:10.543" v="262"/>
          <ac:picMkLst>
            <pc:docMk/>
            <pc:sldMk cId="937187130" sldId="347"/>
            <ac:picMk id="5" creationId="{C8F0818C-DC1D-D540-B1D1-8C7F766394BA}"/>
          </ac:picMkLst>
        </pc:picChg>
        <pc:picChg chg="add mod">
          <ac:chgData name="Emily Beam" userId="936d34b1-6a49-4345-ae02-8326dc81bf0d" providerId="ADAL" clId="{FAE962B9-2C10-914E-B5C0-10CE1A6435C5}" dt="2021-02-04T19:36:10.511" v="260"/>
          <ac:picMkLst>
            <pc:docMk/>
            <pc:sldMk cId="937187130" sldId="347"/>
            <ac:picMk id="7" creationId="{B18EF211-6A0C-4441-8332-9FC3FDBB0A15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705" v="277"/>
        <pc:sldMkLst>
          <pc:docMk/>
          <pc:sldMk cId="4286506016" sldId="348"/>
        </pc:sldMkLst>
        <pc:picChg chg="add del mod">
          <ac:chgData name="Emily Beam" userId="936d34b1-6a49-4345-ae02-8326dc81bf0d" providerId="ADAL" clId="{FAE962B9-2C10-914E-B5C0-10CE1A6435C5}" dt="2021-02-04T19:36:10.705" v="277"/>
          <ac:picMkLst>
            <pc:docMk/>
            <pc:sldMk cId="4286506016" sldId="348"/>
            <ac:picMk id="5" creationId="{73986C0F-0976-0A49-92F3-6C928067F0A1}"/>
          </ac:picMkLst>
        </pc:picChg>
        <pc:picChg chg="add mod">
          <ac:chgData name="Emily Beam" userId="936d34b1-6a49-4345-ae02-8326dc81bf0d" providerId="ADAL" clId="{FAE962B9-2C10-914E-B5C0-10CE1A6435C5}" dt="2021-02-04T19:36:10.643" v="275"/>
          <ac:picMkLst>
            <pc:docMk/>
            <pc:sldMk cId="4286506016" sldId="348"/>
            <ac:picMk id="7" creationId="{1B244BD0-9A24-4C47-971D-42A7B1C7BF3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891" v="292"/>
        <pc:sldMkLst>
          <pc:docMk/>
          <pc:sldMk cId="1439105206" sldId="349"/>
        </pc:sldMkLst>
        <pc:picChg chg="add del mod">
          <ac:chgData name="Emily Beam" userId="936d34b1-6a49-4345-ae02-8326dc81bf0d" providerId="ADAL" clId="{FAE962B9-2C10-914E-B5C0-10CE1A6435C5}" dt="2021-02-04T19:36:10.891" v="292"/>
          <ac:picMkLst>
            <pc:docMk/>
            <pc:sldMk cId="1439105206" sldId="349"/>
            <ac:picMk id="5" creationId="{502F43F2-E74D-F54D-AF6E-BE73AE3CC744}"/>
          </ac:picMkLst>
        </pc:picChg>
        <pc:picChg chg="add mod">
          <ac:chgData name="Emily Beam" userId="936d34b1-6a49-4345-ae02-8326dc81bf0d" providerId="ADAL" clId="{FAE962B9-2C10-914E-B5C0-10CE1A6435C5}" dt="2021-02-04T19:36:10.831" v="290"/>
          <ac:picMkLst>
            <pc:docMk/>
            <pc:sldMk cId="1439105206" sldId="349"/>
            <ac:picMk id="7" creationId="{52EE8678-20C7-444E-83F9-B412837461C0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990" v="307"/>
        <pc:sldMkLst>
          <pc:docMk/>
          <pc:sldMk cId="1530685062" sldId="350"/>
        </pc:sldMkLst>
        <pc:picChg chg="add del mod">
          <ac:chgData name="Emily Beam" userId="936d34b1-6a49-4345-ae02-8326dc81bf0d" providerId="ADAL" clId="{FAE962B9-2C10-914E-B5C0-10CE1A6435C5}" dt="2021-02-04T19:36:10.990" v="307"/>
          <ac:picMkLst>
            <pc:docMk/>
            <pc:sldMk cId="1530685062" sldId="350"/>
            <ac:picMk id="5" creationId="{C959E883-3E5B-A446-9A03-A45E61DDD57F}"/>
          </ac:picMkLst>
        </pc:picChg>
        <pc:picChg chg="add mod">
          <ac:chgData name="Emily Beam" userId="936d34b1-6a49-4345-ae02-8326dc81bf0d" providerId="ADAL" clId="{FAE962B9-2C10-914E-B5C0-10CE1A6435C5}" dt="2021-02-04T19:36:10.974" v="305"/>
          <ac:picMkLst>
            <pc:docMk/>
            <pc:sldMk cId="1530685062" sldId="350"/>
            <ac:picMk id="7" creationId="{A2C5444A-1623-FB4D-9EDD-076D0A6C015A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127" v="322"/>
        <pc:sldMkLst>
          <pc:docMk/>
          <pc:sldMk cId="3926511611" sldId="351"/>
        </pc:sldMkLst>
        <pc:picChg chg="add del mod">
          <ac:chgData name="Emily Beam" userId="936d34b1-6a49-4345-ae02-8326dc81bf0d" providerId="ADAL" clId="{FAE962B9-2C10-914E-B5C0-10CE1A6435C5}" dt="2021-02-04T19:36:11.127" v="322"/>
          <ac:picMkLst>
            <pc:docMk/>
            <pc:sldMk cId="3926511611" sldId="351"/>
            <ac:picMk id="5" creationId="{B3ABA305-B7EE-B840-887D-772D1B88049F}"/>
          </ac:picMkLst>
        </pc:picChg>
        <pc:picChg chg="add mod">
          <ac:chgData name="Emily Beam" userId="936d34b1-6a49-4345-ae02-8326dc81bf0d" providerId="ADAL" clId="{FAE962B9-2C10-914E-B5C0-10CE1A6435C5}" dt="2021-02-04T19:36:11.109" v="320"/>
          <ac:picMkLst>
            <pc:docMk/>
            <pc:sldMk cId="3926511611" sldId="351"/>
            <ac:picMk id="7" creationId="{3B65BB3A-5D35-CF4F-B7C0-EDDBB1CE85F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253" v="337"/>
        <pc:sldMkLst>
          <pc:docMk/>
          <pc:sldMk cId="1982512725" sldId="352"/>
        </pc:sldMkLst>
        <pc:picChg chg="add del mod">
          <ac:chgData name="Emily Beam" userId="936d34b1-6a49-4345-ae02-8326dc81bf0d" providerId="ADAL" clId="{FAE962B9-2C10-914E-B5C0-10CE1A6435C5}" dt="2021-02-04T19:36:11.253" v="337"/>
          <ac:picMkLst>
            <pc:docMk/>
            <pc:sldMk cId="1982512725" sldId="352"/>
            <ac:picMk id="5" creationId="{27B5C643-3FCF-2F46-AB84-4B534D2C7BB6}"/>
          </ac:picMkLst>
        </pc:picChg>
        <pc:picChg chg="add mod">
          <ac:chgData name="Emily Beam" userId="936d34b1-6a49-4345-ae02-8326dc81bf0d" providerId="ADAL" clId="{FAE962B9-2C10-914E-B5C0-10CE1A6435C5}" dt="2021-02-04T19:36:11.242" v="335"/>
          <ac:picMkLst>
            <pc:docMk/>
            <pc:sldMk cId="1982512725" sldId="352"/>
            <ac:picMk id="7" creationId="{177840AD-372A-4C4C-A9CA-00C2982BC70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359" v="445"/>
        <pc:sldMkLst>
          <pc:docMk/>
          <pc:sldMk cId="2357034390" sldId="353"/>
        </pc:sldMkLst>
        <pc:picChg chg="add del mod">
          <ac:chgData name="Emily Beam" userId="936d34b1-6a49-4345-ae02-8326dc81bf0d" providerId="ADAL" clId="{FAE962B9-2C10-914E-B5C0-10CE1A6435C5}" dt="2021-02-04T19:36:04.549" v="217"/>
          <ac:picMkLst>
            <pc:docMk/>
            <pc:sldMk cId="2357034390" sldId="353"/>
            <ac:picMk id="5" creationId="{33859A39-3DB2-624F-B29A-69B424D9326E}"/>
          </ac:picMkLst>
        </pc:picChg>
        <pc:picChg chg="add del mod">
          <ac:chgData name="Emily Beam" userId="936d34b1-6a49-4345-ae02-8326dc81bf0d" providerId="ADAL" clId="{FAE962B9-2C10-914E-B5C0-10CE1A6435C5}" dt="2021-02-04T19:36:11.375" v="352"/>
          <ac:picMkLst>
            <pc:docMk/>
            <pc:sldMk cId="2357034390" sldId="353"/>
            <ac:picMk id="7" creationId="{4FF3EA66-3B87-B641-ABDE-4FBDB0D9815A}"/>
          </ac:picMkLst>
        </pc:picChg>
        <pc:picChg chg="add del mod">
          <ac:chgData name="Emily Beam" userId="936d34b1-6a49-4345-ae02-8326dc81bf0d" providerId="ADAL" clId="{FAE962B9-2C10-914E-B5C0-10CE1A6435C5}" dt="2021-02-04T19:41:16.359" v="445"/>
          <ac:picMkLst>
            <pc:docMk/>
            <pc:sldMk cId="2357034390" sldId="353"/>
            <ac:picMk id="9" creationId="{F5EAEF33-2CA1-234D-910F-309F5EA7AFF4}"/>
          </ac:picMkLst>
        </pc:picChg>
        <pc:picChg chg="add mod">
          <ac:chgData name="Emily Beam" userId="936d34b1-6a49-4345-ae02-8326dc81bf0d" providerId="ADAL" clId="{FAE962B9-2C10-914E-B5C0-10CE1A6435C5}" dt="2021-02-04T19:41:16.330" v="443"/>
          <ac:picMkLst>
            <pc:docMk/>
            <pc:sldMk cId="2357034390" sldId="353"/>
            <ac:picMk id="11" creationId="{9B52FE88-2C58-CE4E-800D-5D9D2311E17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488" v="460"/>
        <pc:sldMkLst>
          <pc:docMk/>
          <pc:sldMk cId="1745160617" sldId="354"/>
        </pc:sldMkLst>
        <pc:picChg chg="add del mod">
          <ac:chgData name="Emily Beam" userId="936d34b1-6a49-4345-ae02-8326dc81bf0d" providerId="ADAL" clId="{FAE962B9-2C10-914E-B5C0-10CE1A6435C5}" dt="2021-02-04T19:36:04.663" v="232"/>
          <ac:picMkLst>
            <pc:docMk/>
            <pc:sldMk cId="1745160617" sldId="354"/>
            <ac:picMk id="5" creationId="{8984A846-6347-844F-AEA4-2D2A36900BAC}"/>
          </ac:picMkLst>
        </pc:picChg>
        <pc:picChg chg="add del mod">
          <ac:chgData name="Emily Beam" userId="936d34b1-6a49-4345-ae02-8326dc81bf0d" providerId="ADAL" clId="{FAE962B9-2C10-914E-B5C0-10CE1A6435C5}" dt="2021-02-04T19:36:11.523" v="367"/>
          <ac:picMkLst>
            <pc:docMk/>
            <pc:sldMk cId="1745160617" sldId="354"/>
            <ac:picMk id="7" creationId="{03BD9E82-ACCF-F04C-8A8C-1E9D2B566685}"/>
          </ac:picMkLst>
        </pc:picChg>
        <pc:picChg chg="add del mod">
          <ac:chgData name="Emily Beam" userId="936d34b1-6a49-4345-ae02-8326dc81bf0d" providerId="ADAL" clId="{FAE962B9-2C10-914E-B5C0-10CE1A6435C5}" dt="2021-02-04T19:41:16.488" v="460"/>
          <ac:picMkLst>
            <pc:docMk/>
            <pc:sldMk cId="1745160617" sldId="354"/>
            <ac:picMk id="9" creationId="{C694718F-7C0C-5045-B3D8-60B850B77318}"/>
          </ac:picMkLst>
        </pc:picChg>
        <pc:picChg chg="add mod">
          <ac:chgData name="Emily Beam" userId="936d34b1-6a49-4345-ae02-8326dc81bf0d" providerId="ADAL" clId="{FAE962B9-2C10-914E-B5C0-10CE1A6435C5}" dt="2021-02-04T19:41:16.478" v="458"/>
          <ac:picMkLst>
            <pc:docMk/>
            <pc:sldMk cId="1745160617" sldId="354"/>
            <ac:picMk id="11" creationId="{D2C92923-8575-1F4A-9AC5-A32658CEDEA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577" v="475"/>
        <pc:sldMkLst>
          <pc:docMk/>
          <pc:sldMk cId="3954024707" sldId="355"/>
        </pc:sldMkLst>
        <pc:picChg chg="add del mod">
          <ac:chgData name="Emily Beam" userId="936d34b1-6a49-4345-ae02-8326dc81bf0d" providerId="ADAL" clId="{FAE962B9-2C10-914E-B5C0-10CE1A6435C5}" dt="2021-02-04T19:36:04.778" v="247"/>
          <ac:picMkLst>
            <pc:docMk/>
            <pc:sldMk cId="3954024707" sldId="355"/>
            <ac:picMk id="5" creationId="{303F3F93-22E7-4B47-8634-992382CA54D9}"/>
          </ac:picMkLst>
        </pc:picChg>
        <pc:picChg chg="add del mod">
          <ac:chgData name="Emily Beam" userId="936d34b1-6a49-4345-ae02-8326dc81bf0d" providerId="ADAL" clId="{FAE962B9-2C10-914E-B5C0-10CE1A6435C5}" dt="2021-02-04T19:36:11.628" v="382"/>
          <ac:picMkLst>
            <pc:docMk/>
            <pc:sldMk cId="3954024707" sldId="355"/>
            <ac:picMk id="7" creationId="{3A7A31C6-33EE-9B4D-B20C-8788FCBB7F31}"/>
          </ac:picMkLst>
        </pc:picChg>
        <pc:picChg chg="add del mod">
          <ac:chgData name="Emily Beam" userId="936d34b1-6a49-4345-ae02-8326dc81bf0d" providerId="ADAL" clId="{FAE962B9-2C10-914E-B5C0-10CE1A6435C5}" dt="2021-02-04T19:41:16.577" v="475"/>
          <ac:picMkLst>
            <pc:docMk/>
            <pc:sldMk cId="3954024707" sldId="355"/>
            <ac:picMk id="9" creationId="{60D4830E-610A-6B47-8E9F-5C46ABA23D9F}"/>
          </ac:picMkLst>
        </pc:picChg>
        <pc:picChg chg="add mod">
          <ac:chgData name="Emily Beam" userId="936d34b1-6a49-4345-ae02-8326dc81bf0d" providerId="ADAL" clId="{FAE962B9-2C10-914E-B5C0-10CE1A6435C5}" dt="2021-02-04T19:41:16.566" v="473"/>
          <ac:picMkLst>
            <pc:docMk/>
            <pc:sldMk cId="3954024707" sldId="355"/>
            <ac:picMk id="11" creationId="{E32618AF-E8BE-5A40-A37F-62EAE316CBE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048" v="398"/>
        <pc:sldMkLst>
          <pc:docMk/>
          <pc:sldMk cId="1670446068" sldId="356"/>
        </pc:sldMkLst>
        <pc:picChg chg="add mod">
          <ac:chgData name="Emily Beam" userId="936d34b1-6a49-4345-ae02-8326dc81bf0d" providerId="ADAL" clId="{FAE962B9-2C10-914E-B5C0-10CE1A6435C5}" dt="2021-02-04T19:40:43.738" v="396"/>
          <ac:picMkLst>
            <pc:docMk/>
            <pc:sldMk cId="1670446068" sldId="356"/>
            <ac:picMk id="5" creationId="{87AFAF2C-8313-D14F-BA1B-EE599B26E78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385" v="414"/>
        <pc:sldMkLst>
          <pc:docMk/>
          <pc:sldMk cId="574316471" sldId="357"/>
        </pc:sldMkLst>
        <pc:picChg chg="add mod">
          <ac:chgData name="Emily Beam" userId="936d34b1-6a49-4345-ae02-8326dc81bf0d" providerId="ADAL" clId="{FAE962B9-2C10-914E-B5C0-10CE1A6435C5}" dt="2021-02-04T19:40:44.229" v="412"/>
          <ac:picMkLst>
            <pc:docMk/>
            <pc:sldMk cId="574316471" sldId="357"/>
            <ac:picMk id="5" creationId="{BAE2B685-4F78-274D-83E6-A1EBE5BAC21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5.324" v="430"/>
        <pc:sldMkLst>
          <pc:docMk/>
          <pc:sldMk cId="1199821386" sldId="358"/>
        </pc:sldMkLst>
        <pc:picChg chg="add mod">
          <ac:chgData name="Emily Beam" userId="936d34b1-6a49-4345-ae02-8326dc81bf0d" providerId="ADAL" clId="{FAE962B9-2C10-914E-B5C0-10CE1A6435C5}" dt="2021-02-04T19:40:44.911" v="428"/>
          <ac:picMkLst>
            <pc:docMk/>
            <pc:sldMk cId="1199821386" sldId="358"/>
            <ac:picMk id="5" creationId="{04B4E874-E167-4540-880A-4DBBCE642465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3038052581" sldId="359"/>
        </pc:sldMkLst>
      </pc:sldChg>
      <pc:sldChg chg="addSp modSp add del mo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583959598" sldId="359"/>
        </pc:sldMkLst>
        <pc:picChg chg="add mod">
          <ac:chgData name="Emily Beam" userId="936d34b1-6a49-4345-ae02-8326dc81bf0d" providerId="ADAL" clId="{FAE962B9-2C10-914E-B5C0-10CE1A6435C5}" dt="2021-02-04T19:42:54.574" v="489"/>
          <ac:picMkLst>
            <pc:docMk/>
            <pc:sldMk cId="3583959598" sldId="359"/>
            <ac:picMk id="5" creationId="{5B73C59E-8B88-7C4F-8357-D3425A81C07E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910250030" sldId="360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888630494" sldId="360"/>
        </pc:sldMkLst>
        <pc:picChg chg="add mod">
          <ac:chgData name="Emily Beam" userId="936d34b1-6a49-4345-ae02-8326dc81bf0d" providerId="ADAL" clId="{FAE962B9-2C10-914E-B5C0-10CE1A6435C5}" dt="2021-02-04T19:42:55.010" v="504"/>
          <ac:picMkLst>
            <pc:docMk/>
            <pc:sldMk cId="3888630494" sldId="360"/>
            <ac:picMk id="5" creationId="{D71BA94A-1904-844B-81A7-C24018321579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2970909953" sldId="361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292217934" sldId="361"/>
        </pc:sldMkLst>
        <pc:picChg chg="add mod">
          <ac:chgData name="Emily Beam" userId="936d34b1-6a49-4345-ae02-8326dc81bf0d" providerId="ADAL" clId="{FAE962B9-2C10-914E-B5C0-10CE1A6435C5}" dt="2021-02-04T19:42:55.286" v="520"/>
          <ac:picMkLst>
            <pc:docMk/>
            <pc:sldMk cId="3292217934" sldId="361"/>
            <ac:picMk id="5" creationId="{C6B4AB15-2542-5749-B296-C4061BA8C76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25:02.567" v="540"/>
        <pc:sldMkLst>
          <pc:docMk/>
          <pc:sldMk cId="1916225618" sldId="362"/>
        </pc:sldMkLst>
        <pc:picChg chg="add mod">
          <ac:chgData name="Emily Beam" userId="936d34b1-6a49-4345-ae02-8326dc81bf0d" providerId="ADAL" clId="{FAE962B9-2C10-914E-B5C0-10CE1A6435C5}" dt="2021-02-09T14:25:02.300" v="538"/>
          <ac:picMkLst>
            <pc:docMk/>
            <pc:sldMk cId="1916225618" sldId="362"/>
            <ac:picMk id="5" creationId="{62F26C94-F76A-CA4E-8C7D-8A3156A00643}"/>
          </ac:picMkLst>
        </pc:picChg>
      </pc:sldChg>
      <pc:sldChg chg="modSp new del mod">
        <pc:chgData name="Emily Beam" userId="936d34b1-6a49-4345-ae02-8326dc81bf0d" providerId="ADAL" clId="{FAE962B9-2C10-914E-B5C0-10CE1A6435C5}" dt="2021-02-09T14:25:16.165" v="548" actId="2696"/>
        <pc:sldMkLst>
          <pc:docMk/>
          <pc:sldMk cId="1092550414" sldId="363"/>
        </pc:sldMkLst>
        <pc:spChg chg="mod">
          <ac:chgData name="Emily Beam" userId="936d34b1-6a49-4345-ae02-8326dc81bf0d" providerId="ADAL" clId="{FAE962B9-2C10-914E-B5C0-10CE1A6435C5}" dt="2021-02-09T14:25:09.334" v="547" actId="20577"/>
          <ac:spMkLst>
            <pc:docMk/>
            <pc:sldMk cId="1092550414" sldId="363"/>
            <ac:spMk id="2" creationId="{143562D3-9919-9B4E-AAC0-01C278A982A9}"/>
          </ac:spMkLst>
        </pc:spChg>
      </pc:sldChg>
      <pc:sldChg chg="new del">
        <pc:chgData name="Emily Beam" userId="936d34b1-6a49-4345-ae02-8326dc81bf0d" providerId="ADAL" clId="{FAE962B9-2C10-914E-B5C0-10CE1A6435C5}" dt="2021-02-09T14:25:19.796" v="551" actId="2696"/>
        <pc:sldMkLst>
          <pc:docMk/>
          <pc:sldMk cId="2998827690" sldId="363"/>
        </pc:sldMkLst>
      </pc:sldChg>
      <pc:sldChg chg="modSp add mod">
        <pc:chgData name="Emily Beam" userId="936d34b1-6a49-4345-ae02-8326dc81bf0d" providerId="ADAL" clId="{FAE962B9-2C10-914E-B5C0-10CE1A6435C5}" dt="2021-02-09T14:27:10.329" v="946" actId="207"/>
        <pc:sldMkLst>
          <pc:docMk/>
          <pc:sldMk cId="1247649357" sldId="364"/>
        </pc:sldMkLst>
        <pc:spChg chg="mod">
          <ac:chgData name="Emily Beam" userId="936d34b1-6a49-4345-ae02-8326dc81bf0d" providerId="ADAL" clId="{FAE962B9-2C10-914E-B5C0-10CE1A6435C5}" dt="2021-02-09T14:27:10.329" v="946" actId="20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5:24.355" v="570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new del">
        <pc:chgData name="Emily Beam" userId="936d34b1-6a49-4345-ae02-8326dc81bf0d" providerId="ADAL" clId="{FAE962B9-2C10-914E-B5C0-10CE1A6435C5}" dt="2021-02-09T14:27:17.829" v="948" actId="680"/>
        <pc:sldMkLst>
          <pc:docMk/>
          <pc:sldMk cId="766005927" sldId="365"/>
        </pc:sldMkLst>
      </pc:sldChg>
      <pc:sldChg chg="modSp add mod">
        <pc:chgData name="Emily Beam" userId="936d34b1-6a49-4345-ae02-8326dc81bf0d" providerId="ADAL" clId="{FAE962B9-2C10-914E-B5C0-10CE1A6435C5}" dt="2021-02-09T14:28:25.201" v="1147" actId="20577"/>
        <pc:sldMkLst>
          <pc:docMk/>
          <pc:sldMk cId="2632926032" sldId="365"/>
        </pc:sldMkLst>
        <pc:spChg chg="mod">
          <ac:chgData name="Emily Beam" userId="936d34b1-6a49-4345-ae02-8326dc81bf0d" providerId="ADAL" clId="{FAE962B9-2C10-914E-B5C0-10CE1A6435C5}" dt="2021-02-09T14:28:25.201" v="1147" actId="20577"/>
          <ac:spMkLst>
            <pc:docMk/>
            <pc:sldMk cId="2632926032" sldId="365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7:23.561" v="976" actId="20577"/>
          <ac:spMkLst>
            <pc:docMk/>
            <pc:sldMk cId="2632926032" sldId="365"/>
            <ac:spMk id="3" creationId="{00000000-0000-0000-0000-000000000000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28:51.744" v="1163"/>
        <pc:sldMkLst>
          <pc:docMk/>
          <pc:sldMk cId="3232699393" sldId="366"/>
        </pc:sldMkLst>
        <pc:picChg chg="add mod">
          <ac:chgData name="Emily Beam" userId="936d34b1-6a49-4345-ae02-8326dc81bf0d" providerId="ADAL" clId="{FAE962B9-2C10-914E-B5C0-10CE1A6435C5}" dt="2021-02-09T14:28:51.394" v="1161"/>
          <ac:picMkLst>
            <pc:docMk/>
            <pc:sldMk cId="3232699393" sldId="366"/>
            <ac:picMk id="5" creationId="{7EBCF59A-49C9-3A4D-A4CF-13256260CBE2}"/>
          </ac:picMkLst>
        </pc:picChg>
      </pc:sldChg>
      <pc:sldChg chg="addSp modSp new mod">
        <pc:chgData name="Emily Beam" userId="936d34b1-6a49-4345-ae02-8326dc81bf0d" providerId="ADAL" clId="{FAE962B9-2C10-914E-B5C0-10CE1A6435C5}" dt="2021-02-09T14:47:06.371" v="2465" actId="1076"/>
        <pc:sldMkLst>
          <pc:docMk/>
          <pc:sldMk cId="3447171818" sldId="367"/>
        </pc:sldMkLst>
        <pc:spChg chg="mod">
          <ac:chgData name="Emily Beam" userId="936d34b1-6a49-4345-ae02-8326dc81bf0d" providerId="ADAL" clId="{FAE962B9-2C10-914E-B5C0-10CE1A6435C5}" dt="2021-02-09T14:46:32.230" v="2330" actId="20577"/>
          <ac:spMkLst>
            <pc:docMk/>
            <pc:sldMk cId="3447171818" sldId="367"/>
            <ac:spMk id="2" creationId="{90214611-B2CE-9347-A9F3-63BC5DA2A493}"/>
          </ac:spMkLst>
        </pc:spChg>
        <pc:spChg chg="mod">
          <ac:chgData name="Emily Beam" userId="936d34b1-6a49-4345-ae02-8326dc81bf0d" providerId="ADAL" clId="{FAE962B9-2C10-914E-B5C0-10CE1A6435C5}" dt="2021-02-09T14:47:03.597" v="2464" actId="20577"/>
          <ac:spMkLst>
            <pc:docMk/>
            <pc:sldMk cId="3447171818" sldId="367"/>
            <ac:spMk id="3" creationId="{00C9E09E-DD32-1A4E-B909-5807BFE4B03D}"/>
          </ac:spMkLst>
        </pc:spChg>
        <pc:picChg chg="add mod">
          <ac:chgData name="Emily Beam" userId="936d34b1-6a49-4345-ae02-8326dc81bf0d" providerId="ADAL" clId="{FAE962B9-2C10-914E-B5C0-10CE1A6435C5}" dt="2021-02-09T14:47:06.371" v="2465" actId="1076"/>
          <ac:picMkLst>
            <pc:docMk/>
            <pc:sldMk cId="3447171818" sldId="367"/>
            <ac:picMk id="1026" creationId="{368A5F62-5EE8-B04E-99C4-0BD57CDC1600}"/>
          </ac:picMkLst>
        </pc:picChg>
      </pc:sldChg>
      <pc:sldChg chg="modSp new mod">
        <pc:chgData name="Emily Beam" userId="936d34b1-6a49-4345-ae02-8326dc81bf0d" providerId="ADAL" clId="{FAE962B9-2C10-914E-B5C0-10CE1A6435C5}" dt="2021-02-09T14:35:39.679" v="1571" actId="20577"/>
        <pc:sldMkLst>
          <pc:docMk/>
          <pc:sldMk cId="2739237938" sldId="368"/>
        </pc:sldMkLst>
        <pc:spChg chg="mod">
          <ac:chgData name="Emily Beam" userId="936d34b1-6a49-4345-ae02-8326dc81bf0d" providerId="ADAL" clId="{FAE962B9-2C10-914E-B5C0-10CE1A6435C5}" dt="2021-02-09T14:34:20.619" v="1305" actId="20577"/>
          <ac:spMkLst>
            <pc:docMk/>
            <pc:sldMk cId="2739237938" sldId="368"/>
            <ac:spMk id="2" creationId="{759D4142-91DD-3C48-90A1-EDBE8374F26F}"/>
          </ac:spMkLst>
        </pc:spChg>
        <pc:spChg chg="mod">
          <ac:chgData name="Emily Beam" userId="936d34b1-6a49-4345-ae02-8326dc81bf0d" providerId="ADAL" clId="{FAE962B9-2C10-914E-B5C0-10CE1A6435C5}" dt="2021-02-09T14:35:39.679" v="1571" actId="20577"/>
          <ac:spMkLst>
            <pc:docMk/>
            <pc:sldMk cId="2739237938" sldId="368"/>
            <ac:spMk id="3" creationId="{AC2CA3B8-2016-5640-A5C0-0AEB7A88926C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36:30.085" v="1587"/>
        <pc:sldMkLst>
          <pc:docMk/>
          <pc:sldMk cId="3093790291" sldId="369"/>
        </pc:sldMkLst>
        <pc:picChg chg="add mod">
          <ac:chgData name="Emily Beam" userId="936d34b1-6a49-4345-ae02-8326dc81bf0d" providerId="ADAL" clId="{FAE962B9-2C10-914E-B5C0-10CE1A6435C5}" dt="2021-02-09T14:36:29.658" v="1585"/>
          <ac:picMkLst>
            <pc:docMk/>
            <pc:sldMk cId="3093790291" sldId="369"/>
            <ac:picMk id="5" creationId="{685D48DC-FEF8-8B4C-9D27-4C0F29A33445}"/>
          </ac:picMkLst>
        </pc:picChg>
      </pc:sldChg>
      <pc:sldChg chg="addSp delSp modSp new mod setBg">
        <pc:chgData name="Emily Beam" userId="936d34b1-6a49-4345-ae02-8326dc81bf0d" providerId="ADAL" clId="{FAE962B9-2C10-914E-B5C0-10CE1A6435C5}" dt="2021-02-09T14:46:09.003" v="2298" actId="14100"/>
        <pc:sldMkLst>
          <pc:docMk/>
          <pc:sldMk cId="2140193913" sldId="370"/>
        </pc:sldMkLst>
        <pc:spChg chg="mo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" creationId="{78650DA6-666E-7C48-A804-322888A6F78A}"/>
          </ac:spMkLst>
        </pc:spChg>
        <pc:spChg chg="mod">
          <ac:chgData name="Emily Beam" userId="936d34b1-6a49-4345-ae02-8326dc81bf0d" providerId="ADAL" clId="{FAE962B9-2C10-914E-B5C0-10CE1A6435C5}" dt="2021-02-09T14:46:09.003" v="2298" actId="14100"/>
          <ac:spMkLst>
            <pc:docMk/>
            <pc:sldMk cId="2140193913" sldId="370"/>
            <ac:spMk id="3" creationId="{1B55C4C4-00C4-2042-B843-003DF214B258}"/>
          </ac:spMkLst>
        </pc:spChg>
        <pc:spChg chg="add del">
          <ac:chgData name="Emily Beam" userId="936d34b1-6a49-4345-ae02-8326dc81bf0d" providerId="ADAL" clId="{FAE962B9-2C10-914E-B5C0-10CE1A6435C5}" dt="2021-02-09T14:45:54.347" v="2292" actId="26606"/>
          <ac:spMkLst>
            <pc:docMk/>
            <pc:sldMk cId="2140193913" sldId="370"/>
            <ac:spMk id="71" creationId="{9427AF5F-9A0E-42B7-A252-FD64C9885F9C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3" creationId="{127393A7-D6DA-410B-8699-AA56B57BF7BA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5" creationId="{8EC44C88-69E3-42EE-86E8-9B45F712B769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2052" creationId="{1BF4DD63-CE83-4A2A-994E-8598C22E6FCF}"/>
          </ac:spMkLst>
        </pc:spChg>
        <pc:spChg chg="ad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054" creationId="{80DF40B2-80F7-4E71-B46C-284163F3654A}"/>
          </ac:spMkLst>
        </pc:spChg>
        <pc:picChg chg="add mod ord">
          <ac:chgData name="Emily Beam" userId="936d34b1-6a49-4345-ae02-8326dc81bf0d" providerId="ADAL" clId="{FAE962B9-2C10-914E-B5C0-10CE1A6435C5}" dt="2021-02-09T14:46:01.812" v="2296" actId="27636"/>
          <ac:picMkLst>
            <pc:docMk/>
            <pc:sldMk cId="2140193913" sldId="370"/>
            <ac:picMk id="2050" creationId="{AB5F76FF-C715-3946-AB70-AB70839DA3FF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962018456" sldId="371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810746781" sldId="371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810746781" sldId="371"/>
            <ac:picMk id="5" creationId="{7FBE9038-3DFF-2A49-AD8E-D22E4CADE0CB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3868498805" sldId="371"/>
        </pc:sldMkLst>
        <pc:picChg chg="add mod">
          <ac:chgData name="Emily Beam" userId="936d34b1-6a49-4345-ae02-8326dc81bf0d" providerId="ADAL" clId="{FAE962B9-2C10-914E-B5C0-10CE1A6435C5}" dt="2021-02-09T14:44:26.893" v="2203"/>
          <ac:picMkLst>
            <pc:docMk/>
            <pc:sldMk cId="3868498805" sldId="371"/>
            <ac:picMk id="5" creationId="{F022F014-20BC-ED4A-A47E-BCEC80DF3CE3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4050193649" sldId="371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87220980" sldId="372"/>
        </pc:sldMkLst>
        <pc:picChg chg="add mod">
          <ac:chgData name="Emily Beam" userId="936d34b1-6a49-4345-ae02-8326dc81bf0d" providerId="ADAL" clId="{FAE962B9-2C10-914E-B5C0-10CE1A6435C5}" dt="2021-02-09T14:44:27.383" v="2219"/>
          <ac:picMkLst>
            <pc:docMk/>
            <pc:sldMk cId="87220980" sldId="372"/>
            <ac:picMk id="5" creationId="{8A634366-10F8-1A4D-B450-69262BF682F1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89567886" sldId="372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89567886" sldId="372"/>
            <ac:picMk id="5" creationId="{82388580-E846-AA4E-91E4-E51D3CFB38FB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317508250" sldId="372"/>
        </pc:sldMkLst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1502040133" sldId="372"/>
        </pc:sldMkLst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466315429" sldId="373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1508209833" sldId="373"/>
        </pc:sldMkLst>
        <pc:picChg chg="add mod">
          <ac:chgData name="Emily Beam" userId="936d34b1-6a49-4345-ae02-8326dc81bf0d" providerId="ADAL" clId="{FAE962B9-2C10-914E-B5C0-10CE1A6435C5}" dt="2021-02-09T14:44:27.766" v="2235"/>
          <ac:picMkLst>
            <pc:docMk/>
            <pc:sldMk cId="1508209833" sldId="373"/>
            <ac:picMk id="5" creationId="{7066F905-A162-BC49-A8EC-66479B3C19BC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2315754753" sldId="373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723308227" sldId="373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723308227" sldId="373"/>
            <ac:picMk id="5" creationId="{2F0A3E66-3093-694B-8DCE-ED47367828E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130" v="2257"/>
        <pc:sldMkLst>
          <pc:docMk/>
          <pc:sldMk cId="1587655595" sldId="374"/>
        </pc:sldMkLst>
        <pc:picChg chg="add mod">
          <ac:chgData name="Emily Beam" userId="936d34b1-6a49-4345-ae02-8326dc81bf0d" providerId="ADAL" clId="{FAE962B9-2C10-914E-B5C0-10CE1A6435C5}" dt="2021-02-09T14:45:10.859" v="2255"/>
          <ac:picMkLst>
            <pc:docMk/>
            <pc:sldMk cId="1587655595" sldId="374"/>
            <ac:picMk id="5" creationId="{A6C7ACF4-97A9-0844-BD00-9CED50CD7C2F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590568824" sldId="374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590568824" sldId="374"/>
            <ac:picMk id="5" creationId="{FA38F12D-7FB1-CD4E-A940-1812F89BB9BE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939638" sldId="375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939638" sldId="375"/>
            <ac:picMk id="5" creationId="{E910D521-DD4A-4944-8D85-EC730648D9D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665" v="2273"/>
        <pc:sldMkLst>
          <pc:docMk/>
          <pc:sldMk cId="4191978786" sldId="375"/>
        </pc:sldMkLst>
        <pc:picChg chg="add mod">
          <ac:chgData name="Emily Beam" userId="936d34b1-6a49-4345-ae02-8326dc81bf0d" providerId="ADAL" clId="{FAE962B9-2C10-914E-B5C0-10CE1A6435C5}" dt="2021-02-09T14:45:11.433" v="2271"/>
          <ac:picMkLst>
            <pc:docMk/>
            <pc:sldMk cId="4191978786" sldId="375"/>
            <ac:picMk id="5" creationId="{252768FC-9076-884B-A0EF-9DA53673E62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2.226" v="2289"/>
        <pc:sldMkLst>
          <pc:docMk/>
          <pc:sldMk cId="1285868251" sldId="376"/>
        </pc:sldMkLst>
        <pc:picChg chg="add mod">
          <ac:chgData name="Emily Beam" userId="936d34b1-6a49-4345-ae02-8326dc81bf0d" providerId="ADAL" clId="{FAE962B9-2C10-914E-B5C0-10CE1A6435C5}" dt="2021-02-09T14:45:11.834" v="2287"/>
          <ac:picMkLst>
            <pc:docMk/>
            <pc:sldMk cId="1285868251" sldId="376"/>
            <ac:picMk id="5" creationId="{3F3181BE-234A-1F49-A657-AC591F54393C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948447065" sldId="376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948447065" sldId="376"/>
            <ac:picMk id="5" creationId="{34301D27-B132-F748-B035-667B3D476EA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5.381" v="2481"/>
        <pc:sldMkLst>
          <pc:docMk/>
          <pc:sldMk cId="2687049052" sldId="377"/>
        </pc:sldMkLst>
        <pc:picChg chg="add mod">
          <ac:chgData name="Emily Beam" userId="936d34b1-6a49-4345-ae02-8326dc81bf0d" providerId="ADAL" clId="{FAE962B9-2C10-914E-B5C0-10CE1A6435C5}" dt="2021-02-09T14:49:35.039" v="2479"/>
          <ac:picMkLst>
            <pc:docMk/>
            <pc:sldMk cId="2687049052" sldId="377"/>
            <ac:picMk id="5" creationId="{057B94CF-FA83-A44B-A994-0B933E2B4F8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6.694" v="2497"/>
        <pc:sldMkLst>
          <pc:docMk/>
          <pc:sldMk cId="1023143763" sldId="378"/>
        </pc:sldMkLst>
        <pc:picChg chg="add mod">
          <ac:chgData name="Emily Beam" userId="936d34b1-6a49-4345-ae02-8326dc81bf0d" providerId="ADAL" clId="{FAE962B9-2C10-914E-B5C0-10CE1A6435C5}" dt="2021-02-09T14:49:36.105" v="2495"/>
          <ac:picMkLst>
            <pc:docMk/>
            <pc:sldMk cId="1023143763" sldId="378"/>
            <ac:picMk id="5" creationId="{7A6B5898-E3EF-214E-BD2A-3E9AF70482F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7.297" v="2513"/>
        <pc:sldMkLst>
          <pc:docMk/>
          <pc:sldMk cId="395096196" sldId="379"/>
        </pc:sldMkLst>
        <pc:picChg chg="add mod">
          <ac:chgData name="Emily Beam" userId="936d34b1-6a49-4345-ae02-8326dc81bf0d" providerId="ADAL" clId="{FAE962B9-2C10-914E-B5C0-10CE1A6435C5}" dt="2021-02-09T14:49:37.150" v="2511"/>
          <ac:picMkLst>
            <pc:docMk/>
            <pc:sldMk cId="395096196" sldId="379"/>
            <ac:picMk id="5" creationId="{2AC73D5C-2D90-F244-B471-0176A20ED4F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8.620" v="2529"/>
        <pc:sldMkLst>
          <pc:docMk/>
          <pc:sldMk cId="4271823179" sldId="380"/>
        </pc:sldMkLst>
        <pc:picChg chg="add mod">
          <ac:chgData name="Emily Beam" userId="936d34b1-6a49-4345-ae02-8326dc81bf0d" providerId="ADAL" clId="{FAE962B9-2C10-914E-B5C0-10CE1A6435C5}" dt="2021-02-09T14:50:38.409" v="2527"/>
          <ac:picMkLst>
            <pc:docMk/>
            <pc:sldMk cId="4271823179" sldId="380"/>
            <ac:picMk id="5" creationId="{883FB7AE-E423-EF46-85BB-49B7215CB2BF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022" v="2545"/>
        <pc:sldMkLst>
          <pc:docMk/>
          <pc:sldMk cId="116284873" sldId="381"/>
        </pc:sldMkLst>
        <pc:picChg chg="add mod">
          <ac:chgData name="Emily Beam" userId="936d34b1-6a49-4345-ae02-8326dc81bf0d" providerId="ADAL" clId="{FAE962B9-2C10-914E-B5C0-10CE1A6435C5}" dt="2021-02-09T14:50:38.866" v="2543"/>
          <ac:picMkLst>
            <pc:docMk/>
            <pc:sldMk cId="116284873" sldId="381"/>
            <ac:picMk id="5" creationId="{5B43C1DE-DFCB-2E4B-B2F8-3C336E10496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833" v="2561"/>
        <pc:sldMkLst>
          <pc:docMk/>
          <pc:sldMk cId="1608397862" sldId="382"/>
        </pc:sldMkLst>
        <pc:picChg chg="add mod">
          <ac:chgData name="Emily Beam" userId="936d34b1-6a49-4345-ae02-8326dc81bf0d" providerId="ADAL" clId="{FAE962B9-2C10-914E-B5C0-10CE1A6435C5}" dt="2021-02-09T14:50:39.336" v="2559"/>
          <ac:picMkLst>
            <pc:docMk/>
            <pc:sldMk cId="1608397862" sldId="382"/>
            <ac:picMk id="5" creationId="{5C8A53E1-6F39-BD4F-9F1A-283797756ED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791" v="2672"/>
        <pc:sldMkLst>
          <pc:docMk/>
          <pc:sldMk cId="4174433341" sldId="383"/>
        </pc:sldMkLst>
        <pc:picChg chg="add del mod">
          <ac:chgData name="Emily Beam" userId="936d34b1-6a49-4345-ae02-8326dc81bf0d" providerId="ADAL" clId="{FAE962B9-2C10-914E-B5C0-10CE1A6435C5}" dt="2021-02-09T14:54:25.791" v="2672"/>
          <ac:picMkLst>
            <pc:docMk/>
            <pc:sldMk cId="4174433341" sldId="383"/>
            <ac:picMk id="5" creationId="{52F661DE-D577-2143-9E7C-FA602D9E51B0}"/>
          </ac:picMkLst>
        </pc:picChg>
        <pc:picChg chg="add mod">
          <ac:chgData name="Emily Beam" userId="936d34b1-6a49-4345-ae02-8326dc81bf0d" providerId="ADAL" clId="{FAE962B9-2C10-914E-B5C0-10CE1A6435C5}" dt="2021-02-09T14:54:25.701" v="2670"/>
          <ac:picMkLst>
            <pc:docMk/>
            <pc:sldMk cId="4174433341" sldId="383"/>
            <ac:picMk id="7" creationId="{5353B544-105B-604E-9578-D272AEFFCB12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939" v="2687"/>
        <pc:sldMkLst>
          <pc:docMk/>
          <pc:sldMk cId="1632004884" sldId="384"/>
        </pc:sldMkLst>
        <pc:picChg chg="add del mod">
          <ac:chgData name="Emily Beam" userId="936d34b1-6a49-4345-ae02-8326dc81bf0d" providerId="ADAL" clId="{FAE962B9-2C10-914E-B5C0-10CE1A6435C5}" dt="2021-02-09T14:54:25.939" v="2687"/>
          <ac:picMkLst>
            <pc:docMk/>
            <pc:sldMk cId="1632004884" sldId="384"/>
            <ac:picMk id="5" creationId="{A0E72F5B-295B-3C4C-A5C0-D386245E3C22}"/>
          </ac:picMkLst>
        </pc:picChg>
        <pc:picChg chg="add mod">
          <ac:chgData name="Emily Beam" userId="936d34b1-6a49-4345-ae02-8326dc81bf0d" providerId="ADAL" clId="{FAE962B9-2C10-914E-B5C0-10CE1A6435C5}" dt="2021-02-09T14:54:25.913" v="2685"/>
          <ac:picMkLst>
            <pc:docMk/>
            <pc:sldMk cId="1632004884" sldId="384"/>
            <ac:picMk id="7" creationId="{076BFE8D-8DA3-9F4E-8D53-9EF8BCED7A5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6.118" v="2702"/>
        <pc:sldMkLst>
          <pc:docMk/>
          <pc:sldMk cId="1836017310" sldId="385"/>
        </pc:sldMkLst>
        <pc:picChg chg="add del mod">
          <ac:chgData name="Emily Beam" userId="936d34b1-6a49-4345-ae02-8326dc81bf0d" providerId="ADAL" clId="{FAE962B9-2C10-914E-B5C0-10CE1A6435C5}" dt="2021-02-09T14:54:26.118" v="2702"/>
          <ac:picMkLst>
            <pc:docMk/>
            <pc:sldMk cId="1836017310" sldId="385"/>
            <ac:picMk id="5" creationId="{E8784EE1-C521-C941-8A66-1EC7895ECF7A}"/>
          </ac:picMkLst>
        </pc:picChg>
        <pc:picChg chg="add mod">
          <ac:chgData name="Emily Beam" userId="936d34b1-6a49-4345-ae02-8326dc81bf0d" providerId="ADAL" clId="{FAE962B9-2C10-914E-B5C0-10CE1A6435C5}" dt="2021-02-09T14:54:26.100" v="2700"/>
          <ac:picMkLst>
            <pc:docMk/>
            <pc:sldMk cId="1836017310" sldId="385"/>
            <ac:picMk id="7" creationId="{75B3B696-0DD2-7B4B-A0CB-095D995D1A5B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1.909" v="2625"/>
        <pc:sldMkLst>
          <pc:docMk/>
          <pc:sldMk cId="173002371" sldId="386"/>
        </pc:sldMkLst>
        <pc:picChg chg="add mod">
          <ac:chgData name="Emily Beam" userId="936d34b1-6a49-4345-ae02-8326dc81bf0d" providerId="ADAL" clId="{FAE962B9-2C10-914E-B5C0-10CE1A6435C5}" dt="2021-02-09T14:53:51.614" v="2623"/>
          <ac:picMkLst>
            <pc:docMk/>
            <pc:sldMk cId="173002371" sldId="386"/>
            <ac:picMk id="5" creationId="{99205368-9B28-5642-8E05-BF9B4673E24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460" v="2641"/>
        <pc:sldMkLst>
          <pc:docMk/>
          <pc:sldMk cId="1943312248" sldId="387"/>
        </pc:sldMkLst>
        <pc:picChg chg="add mod">
          <ac:chgData name="Emily Beam" userId="936d34b1-6a49-4345-ae02-8326dc81bf0d" providerId="ADAL" clId="{FAE962B9-2C10-914E-B5C0-10CE1A6435C5}" dt="2021-02-09T14:53:52.225" v="2639"/>
          <ac:picMkLst>
            <pc:docMk/>
            <pc:sldMk cId="1943312248" sldId="387"/>
            <ac:picMk id="5" creationId="{CDE75EEA-9C16-504B-8B2B-6FF737E37C94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802" v="2657"/>
        <pc:sldMkLst>
          <pc:docMk/>
          <pc:sldMk cId="512075740" sldId="388"/>
        </pc:sldMkLst>
        <pc:picChg chg="add mod">
          <ac:chgData name="Emily Beam" userId="936d34b1-6a49-4345-ae02-8326dc81bf0d" providerId="ADAL" clId="{FAE962B9-2C10-914E-B5C0-10CE1A6435C5}" dt="2021-02-09T14:53:52.684" v="2655"/>
          <ac:picMkLst>
            <pc:docMk/>
            <pc:sldMk cId="512075740" sldId="388"/>
            <ac:picMk id="5" creationId="{67E20E64-C190-C54C-A223-265B21E5AC5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0:47.265" v="2719"/>
        <pc:sldMkLst>
          <pc:docMk/>
          <pc:sldMk cId="3940857066" sldId="389"/>
        </pc:sldMkLst>
        <pc:picChg chg="add mod">
          <ac:chgData name="Emily Beam" userId="936d34b1-6a49-4345-ae02-8326dc81bf0d" providerId="ADAL" clId="{FAE962B9-2C10-914E-B5C0-10CE1A6435C5}" dt="2021-02-11T14:30:46.884" v="2717"/>
          <ac:picMkLst>
            <pc:docMk/>
            <pc:sldMk cId="3940857066" sldId="389"/>
            <ac:picMk id="5" creationId="{B02C38BC-0F6D-E14A-A69F-5FF81DF3AE27}"/>
          </ac:picMkLst>
        </pc:picChg>
      </pc:sldChg>
      <pc:sldChg chg="addSp modSp add del mo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455630264" sldId="390"/>
        </pc:sldMkLst>
        <pc:picChg chg="add mod">
          <ac:chgData name="Emily Beam" userId="936d34b1-6a49-4345-ae02-8326dc81bf0d" providerId="ADAL" clId="{FAE962B9-2C10-914E-B5C0-10CE1A6435C5}" dt="2021-02-11T14:30:47.613" v="2733"/>
          <ac:picMkLst>
            <pc:docMk/>
            <pc:sldMk cId="455630264" sldId="390"/>
            <ac:picMk id="5" creationId="{01EAD7A5-3443-4F45-A979-5D51CACB16D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102" v="2772"/>
        <pc:sldMkLst>
          <pc:docMk/>
          <pc:sldMk cId="2851640464" sldId="390"/>
        </pc:sldMkLst>
        <pc:picChg chg="add mod">
          <ac:chgData name="Emily Beam" userId="936d34b1-6a49-4345-ae02-8326dc81bf0d" providerId="ADAL" clId="{FAE962B9-2C10-914E-B5C0-10CE1A6435C5}" dt="2021-02-11T14:33:40.872" v="2770"/>
          <ac:picMkLst>
            <pc:docMk/>
            <pc:sldMk cId="2851640464" sldId="390"/>
            <ac:picMk id="5" creationId="{CBA921AE-894A-3748-8221-37549026171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793" v="2788"/>
        <pc:sldMkLst>
          <pc:docMk/>
          <pc:sldMk cId="1681569916" sldId="391"/>
        </pc:sldMkLst>
        <pc:picChg chg="add mod">
          <ac:chgData name="Emily Beam" userId="936d34b1-6a49-4345-ae02-8326dc81bf0d" providerId="ADAL" clId="{FAE962B9-2C10-914E-B5C0-10CE1A6435C5}" dt="2021-02-11T14:33:41.452" v="2786"/>
          <ac:picMkLst>
            <pc:docMk/>
            <pc:sldMk cId="1681569916" sldId="391"/>
            <ac:picMk id="5" creationId="{4278DC27-BCF2-BD4B-BFB8-FFB57E3696EA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3871642581" sldId="391"/>
        </pc:sldMkLst>
        <pc:picChg chg="add mod">
          <ac:chgData name="Emily Beam" userId="936d34b1-6a49-4345-ae02-8326dc81bf0d" providerId="ADAL" clId="{FAE962B9-2C10-914E-B5C0-10CE1A6435C5}" dt="2021-02-11T14:30:48.239" v="2748"/>
          <ac:picMkLst>
            <pc:docMk/>
            <pc:sldMk cId="3871642581" sldId="391"/>
            <ac:picMk id="5" creationId="{34FCF509-5646-AE4D-85DA-B8622B501E8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2.441" v="2804"/>
        <pc:sldMkLst>
          <pc:docMk/>
          <pc:sldMk cId="135179092" sldId="392"/>
        </pc:sldMkLst>
        <pc:picChg chg="add mod">
          <ac:chgData name="Emily Beam" userId="936d34b1-6a49-4345-ae02-8326dc81bf0d" providerId="ADAL" clId="{FAE962B9-2C10-914E-B5C0-10CE1A6435C5}" dt="2021-02-11T14:33:42.209" v="2802"/>
          <ac:picMkLst>
            <pc:docMk/>
            <pc:sldMk cId="135179092" sldId="392"/>
            <ac:picMk id="5" creationId="{98E201FC-7113-D846-BC33-B9D1BD1E6694}"/>
          </ac:picMkLst>
        </pc:picChg>
      </pc:sldChg>
      <pc:sldChg chg="modSp new mod">
        <pc:chgData name="Emily Beam" userId="936d34b1-6a49-4345-ae02-8326dc81bf0d" providerId="ADAL" clId="{FAE962B9-2C10-914E-B5C0-10CE1A6435C5}" dt="2021-02-11T14:34:55.904" v="2945" actId="20577"/>
        <pc:sldMkLst>
          <pc:docMk/>
          <pc:sldMk cId="2522153618" sldId="393"/>
        </pc:sldMkLst>
        <pc:spChg chg="mod">
          <ac:chgData name="Emily Beam" userId="936d34b1-6a49-4345-ae02-8326dc81bf0d" providerId="ADAL" clId="{FAE962B9-2C10-914E-B5C0-10CE1A6435C5}" dt="2021-02-11T14:34:32.447" v="2821" actId="20577"/>
          <ac:spMkLst>
            <pc:docMk/>
            <pc:sldMk cId="2522153618" sldId="393"/>
            <ac:spMk id="2" creationId="{3EA5FFE9-458B-3D44-8D14-655B453B4AA3}"/>
          </ac:spMkLst>
        </pc:spChg>
        <pc:spChg chg="mod">
          <ac:chgData name="Emily Beam" userId="936d34b1-6a49-4345-ae02-8326dc81bf0d" providerId="ADAL" clId="{FAE962B9-2C10-914E-B5C0-10CE1A6435C5}" dt="2021-02-11T14:34:55.904" v="2945" actId="20577"/>
          <ac:spMkLst>
            <pc:docMk/>
            <pc:sldMk cId="2522153618" sldId="393"/>
            <ac:spMk id="3" creationId="{F69A7748-F4A8-A947-BB06-4B82B72C7B97}"/>
          </ac:spMkLst>
        </pc:spChg>
      </pc:sldChg>
      <pc:sldChg chg="modSp new mod">
        <pc:chgData name="Emily Beam" userId="936d34b1-6a49-4345-ae02-8326dc81bf0d" providerId="ADAL" clId="{FAE962B9-2C10-914E-B5C0-10CE1A6435C5}" dt="2021-02-11T16:24:33.074" v="3198" actId="113"/>
        <pc:sldMkLst>
          <pc:docMk/>
          <pc:sldMk cId="4230096444" sldId="394"/>
        </pc:sldMkLst>
        <pc:spChg chg="mod">
          <ac:chgData name="Emily Beam" userId="936d34b1-6a49-4345-ae02-8326dc81bf0d" providerId="ADAL" clId="{FAE962B9-2C10-914E-B5C0-10CE1A6435C5}" dt="2021-02-11T16:23:20.107" v="2947" actId="113"/>
          <ac:spMkLst>
            <pc:docMk/>
            <pc:sldMk cId="4230096444" sldId="394"/>
            <ac:spMk id="2" creationId="{C31307EF-B68D-CC44-A5A9-44A47334B2DE}"/>
          </ac:spMkLst>
        </pc:spChg>
        <pc:spChg chg="mod">
          <ac:chgData name="Emily Beam" userId="936d34b1-6a49-4345-ae02-8326dc81bf0d" providerId="ADAL" clId="{FAE962B9-2C10-914E-B5C0-10CE1A6435C5}" dt="2021-02-11T16:24:33.074" v="3198" actId="113"/>
          <ac:spMkLst>
            <pc:docMk/>
            <pc:sldMk cId="4230096444" sldId="394"/>
            <ac:spMk id="3" creationId="{2ABACEF0-BE4A-6D43-98D8-0749F2CE4F2E}"/>
          </ac:spMkLst>
        </pc:spChg>
      </pc:sldChg>
      <pc:sldMasterChg chg="modSp modSldLayout">
        <pc:chgData name="Emily Beam" userId="936d34b1-6a49-4345-ae02-8326dc81bf0d" providerId="ADAL" clId="{FAE962B9-2C10-914E-B5C0-10CE1A6435C5}" dt="2021-02-04T19:32:55.260" v="145"/>
        <pc:sldMasterMkLst>
          <pc:docMk/>
          <pc:sldMasterMk cId="3675506246" sldId="2147483648"/>
        </pc:sldMaster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6" creationId="{00000000-0000-0000-0000-000000000000}"/>
          </ac:spMkLst>
        </pc:sp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762463833" sldId="214748364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304242550" sldId="214748365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79837693" sldId="214748365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135504843" sldId="214748365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6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044414465" sldId="2147483656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421577481" sldId="2147483657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3147335557" sldId="214748365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831720647" sldId="214748366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6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9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11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2831720647" sldId="2147483661"/>
              <ac:picMk id="10" creationId="{00000000-0000-0000-0000-000000000000}"/>
            </ac:picMkLst>
          </pc:pic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5" creationId="{00000000-0000-0000-0000-000000000000}"/>
            </ac:cxnSpMkLst>
          </pc:cxn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6" creationId="{00000000-0000-0000-0000-000000000000}"/>
            </ac:cxnSpMkLst>
          </pc:cxn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944708377" sldId="214748366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7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9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944708377" sldId="2147483662"/>
              <ac:picMk id="6" creationId="{00000000-0000-0000-0000-000000000000}"/>
            </ac:picMkLst>
          </pc:pic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003967864" sldId="214748366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003967864" sldId="2147483663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1990-84CE-C647-ADEC-A8E551143DFA}" type="datetimeFigureOut">
              <a:rPr lang="en-US" smtClean="0"/>
              <a:t>6/15/23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1102-5129-DB4A-9177-FEFA88960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2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72A29-44EA-564F-BFC0-FE411F7E7C6F}" type="datetimeFigureOut">
              <a:rPr lang="en-US" smtClean="0"/>
              <a:t>6/15/23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353AC-5D98-9B4C-A6D7-C10F90459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5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his consumer surplus?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0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his consumer surplus?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5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$45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78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$225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55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$200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55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$150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03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$225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83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$200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71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$150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35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16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9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9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Mutually beneficial Every consumer who makes a purchase values the good more than every seller who makes a sale.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3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translate complex information into an easy signal for producers: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rise in industries when consumers want more of that industry’s products.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decline in industries when consumers want less of that industry’s products.</a:t>
            </a:r>
          </a:p>
          <a:p>
            <a:pPr marL="914400" lvl="1" indent="-447675" eaLnBrk="1" hangingPunct="1"/>
            <a:r>
              <a:rPr lang="en-US" i="1" dirty="0"/>
              <a:t>The high price of ice in post-Katrina New Orleans made it more attractive for firms to provide ice where society needed it most.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91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895" y="1034141"/>
            <a:ext cx="6333505" cy="793868"/>
          </a:xfrm>
        </p:spPr>
        <p:txBody>
          <a:bodyPr anchor="t">
            <a:noAutofit/>
          </a:bodyPr>
          <a:lstStyle>
            <a:lvl1pPr algn="l">
              <a:defRPr sz="4800"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8894" y="1971304"/>
            <a:ext cx="6333506" cy="4154860"/>
          </a:xfrm>
        </p:spPr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1C6AC5-2B31-4242-8859-48545750B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5844" y="1034141"/>
            <a:ext cx="4603668" cy="46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4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9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5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742950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2032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32661" y="6028189"/>
            <a:ext cx="1524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0" y="5791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4267200" cy="1676400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1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177801" y="50800"/>
            <a:ext cx="304799" cy="3556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2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0" y="2438401"/>
            <a:ext cx="6993467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15824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44708377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396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32B5-97B6-0F44-BC46-2CF286C6953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 Light"/>
          <a:ea typeface="+mj-ea"/>
          <a:cs typeface="Calibri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libri Light"/>
          <a:ea typeface="+mn-ea"/>
          <a:cs typeface="Calibri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omberg.com/news/articles/2016-09-15/uber-s-u-s-consumer-surplus-valued-at-7-bill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Consumer and producer surplus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1A4B8-4B9F-3440-8FDE-BCF727AA7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894" y="3194304"/>
            <a:ext cx="6333506" cy="29318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706373-921D-3B48-995F-F5DEB731BB0B}"/>
              </a:ext>
            </a:extLst>
          </p:cNvPr>
          <p:cNvSpPr txBox="1">
            <a:spLocks/>
          </p:cNvSpPr>
          <p:nvPr/>
        </p:nvSpPr>
        <p:spPr>
          <a:xfrm>
            <a:off x="5248895" y="2474185"/>
            <a:ext cx="6333505" cy="828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sz="3200" b="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331101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C3E3-42AF-974C-B56D-ED0E1CC7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Buy some new shirts, George!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3CE1-B279-1F45-8E22-8C877DAB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George wants to buy some new shirts for work. He is willing to pay $35 for the first shirt, $25 for the second shirt, and $15 for the third.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Oxford &amp; Co. (his favorite shirt shop!) sells shirts for $28 each.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b="1" dirty="0"/>
              <a:t>What is the efficient number of shirts for George to buy?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1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2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3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26F9F-45B9-A642-861F-80251EE3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3863181"/>
            <a:ext cx="1549400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107CC-747B-C547-B621-3B671632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3897769"/>
            <a:ext cx="1549400" cy="201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A23CF2-160E-A84C-BB60-D1AD6023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25" y="3863181"/>
            <a:ext cx="1549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0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C3E3-42AF-974C-B56D-ED0E1CC7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Buy some new shirts, George!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3CE1-B279-1F45-8E22-8C877DAB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George wants to buy some new shirts for work. He is willing to pay $35 for the first shirt, $25 for the second shirt, and $15 for the third.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Oxford &amp; Co. (his favorite shirt shop!) sells shirts for $28 each.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b="1" dirty="0"/>
              <a:t>What is George’s consumer surplus?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$7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$10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$28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$35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26F9F-45B9-A642-861F-80251EE3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3863181"/>
            <a:ext cx="1549400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107CC-747B-C547-B621-3B671632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3897769"/>
            <a:ext cx="1549400" cy="201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A23CF2-160E-A84C-BB60-D1AD6023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25" y="3863181"/>
            <a:ext cx="1549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9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D672-5661-A643-83F1-7F736561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consumer surplus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CA36B-67AB-774A-A1A2-1938A099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Mark and Rasheed are buying new calculators for Math 19. Mark is willing to pay $75 and Rasheed is willing to pay $100 for a graphing calculator. The price for a calculator at the bookstore is $65. How much is their total consumer surplus?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$10 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$35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$45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$60 </a:t>
            </a:r>
          </a:p>
        </p:txBody>
      </p:sp>
    </p:spTree>
    <p:extLst>
      <p:ext uri="{BB962C8B-B14F-4D97-AF65-F5344CB8AC3E}">
        <p14:creationId xmlns:p14="http://schemas.microsoft.com/office/powerpoint/2010/main" val="329828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2971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of hamburgers is $2, consumer surplus will equal: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$450</a:t>
            </a:r>
          </a:p>
        </p:txBody>
      </p:sp>
    </p:spTree>
    <p:extLst>
      <p:ext uri="{BB962C8B-B14F-4D97-AF65-F5344CB8AC3E}">
        <p14:creationId xmlns:p14="http://schemas.microsoft.com/office/powerpoint/2010/main" val="14573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A72E-91B6-2945-980E-E31190A8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is $2.50 today, what will happen to the price in the coming days/months?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AB85-CB1D-694E-8D44-53C0AA7B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fall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rise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remain the same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Not enough information</a:t>
            </a:r>
          </a:p>
        </p:txBody>
      </p:sp>
    </p:spTree>
    <p:extLst>
      <p:ext uri="{BB962C8B-B14F-4D97-AF65-F5344CB8AC3E}">
        <p14:creationId xmlns:p14="http://schemas.microsoft.com/office/powerpoint/2010/main" val="189216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rises, what will be the main effect on the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right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6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a hamburger is $2, consumer surplus will be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$650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$400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$225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02B4-0710-B09E-6C71-E5E53D4C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45882"/>
            <a:ext cx="10972800" cy="1143000"/>
          </a:xfrm>
        </p:spPr>
        <p:txBody>
          <a:bodyPr/>
          <a:lstStyle/>
          <a:p>
            <a:r>
              <a:rPr lang="en-US" dirty="0"/>
              <a:t>What is your consumer surplus?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D78831-ABB5-1997-A60F-54662A010720}"/>
              </a:ext>
            </a:extLst>
          </p:cNvPr>
          <p:cNvSpPr/>
          <p:nvPr/>
        </p:nvSpPr>
        <p:spPr>
          <a:xfrm>
            <a:off x="698500" y="828676"/>
            <a:ext cx="10795000" cy="3890962"/>
          </a:xfrm>
          <a:prstGeom prst="roundRect">
            <a:avLst/>
          </a:prstGeom>
          <a:solidFill>
            <a:srgbClr val="0099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The sky is dumping freezing rain, it’s 11:30 at night, and you’re standing on a street corner 15 miles from home. You open your Uber app and see that the trip is going to cost you roughly $50, as prices are surging 200 percent above normal. But you summon the car anyways. In fact, you might not have hesitated to go as high as $100, just to get dry in that comprising moment.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1B85-37EE-C8E4-DFD6-FCFDD8B82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2910" y="4293394"/>
            <a:ext cx="5106444" cy="852488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hlinkClick r:id="rId2"/>
              </a:rPr>
              <a:t>Laura Bliss</a:t>
            </a:r>
            <a:r>
              <a:rPr lang="en-US" sz="1800" dirty="0"/>
              <a:t>, Bloomberg, 15 September 2016</a:t>
            </a:r>
          </a:p>
        </p:txBody>
      </p:sp>
    </p:spTree>
    <p:extLst>
      <p:ext uri="{BB962C8B-B14F-4D97-AF65-F5344CB8AC3E}">
        <p14:creationId xmlns:p14="http://schemas.microsoft.com/office/powerpoint/2010/main" val="152216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9C03-BED2-7E4E-8469-4C2AED77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689"/>
            <a:ext cx="10972800" cy="5955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Four different students each have one textbook they might sell back to the bookstore. Below is each student’s reservation price: the lowest price at which they would be willing to sell the book. </a:t>
            </a:r>
          </a:p>
          <a:p>
            <a:pPr marL="0" indent="0">
              <a:buNone/>
            </a:pPr>
            <a:r>
              <a:rPr lang="en-US" sz="2800" dirty="0"/>
              <a:t>The bookstore is buying textbooks at a price of $25. </a:t>
            </a:r>
          </a:p>
          <a:p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94A2A7-6C89-8449-AC32-F69B7330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510065"/>
              </p:ext>
            </p:extLst>
          </p:nvPr>
        </p:nvGraphicFramePr>
        <p:xfrm>
          <a:off x="609600" y="2660904"/>
          <a:ext cx="4447985" cy="2829560"/>
        </p:xfrm>
        <a:graphic>
          <a:graphicData uri="http://schemas.openxmlformats.org/drawingml/2006/table">
            <a:tbl>
              <a:tblPr/>
              <a:tblGrid>
                <a:gridCol w="1511963">
                  <a:extLst>
                    <a:ext uri="{9D8B030D-6E8A-4147-A177-3AD203B41FA5}">
                      <a16:colId xmlns:a16="http://schemas.microsoft.com/office/drawing/2014/main" val="4288233717"/>
                    </a:ext>
                  </a:extLst>
                </a:gridCol>
                <a:gridCol w="2936022">
                  <a:extLst>
                    <a:ext uri="{9D8B030D-6E8A-4147-A177-3AD203B41FA5}">
                      <a16:colId xmlns:a16="http://schemas.microsoft.com/office/drawing/2014/main" val="1833253671"/>
                    </a:ext>
                  </a:extLst>
                </a:gridCol>
              </a:tblGrid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Seller</a:t>
                      </a:r>
                      <a:endParaRPr lang="en-US" sz="2400" b="1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Seller’s Reservation Price</a:t>
                      </a:r>
                      <a:endParaRPr lang="en-US" sz="24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742405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Alex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$12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871225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Piper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$16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84170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Daya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$22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594790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$30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3485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74F4A3-D405-4E42-A082-2C293643D375}"/>
              </a:ext>
            </a:extLst>
          </p:cNvPr>
          <p:cNvSpPr txBox="1"/>
          <p:nvPr/>
        </p:nvSpPr>
        <p:spPr>
          <a:xfrm>
            <a:off x="6620256" y="2586735"/>
            <a:ext cx="426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many students will sell their textbooks?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0288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4491418" cy="4332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400 hamburgers are sold, producer surplus will equal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$510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3380658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3" y="923840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7"/>
            <a:ext cx="41134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falls from $1.50 to $1, what is the loss in producer surplus?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330890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2971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of hamburgers is $2, consumer surplus will equal: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$450</a:t>
            </a:r>
          </a:p>
        </p:txBody>
      </p:sp>
    </p:spTree>
    <p:extLst>
      <p:ext uri="{BB962C8B-B14F-4D97-AF65-F5344CB8AC3E}">
        <p14:creationId xmlns:p14="http://schemas.microsoft.com/office/powerpoint/2010/main" val="1684520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A72E-91B6-2945-980E-E31190A8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is $2.50 today, what will happen to the price in the coming days/months?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AB85-CB1D-694E-8D44-53C0AA7B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fall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rise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remain the same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Not enough information</a:t>
            </a:r>
          </a:p>
        </p:txBody>
      </p:sp>
    </p:spTree>
    <p:extLst>
      <p:ext uri="{BB962C8B-B14F-4D97-AF65-F5344CB8AC3E}">
        <p14:creationId xmlns:p14="http://schemas.microsoft.com/office/powerpoint/2010/main" val="228470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rises, what will be the main effect on the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right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0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a hamburger is $2, consumer surplus will be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$650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$400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$225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0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4491418" cy="4332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400 hamburgers are sold, producer surplus will equal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$510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4042934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3" y="923840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7"/>
            <a:ext cx="41134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falls from $1.50 to $1, what is the loss in producer surplus?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123308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the market for octopus candle holders. What is </a:t>
            </a:r>
            <a:r>
              <a:rPr lang="en-US" b="1" dirty="0"/>
              <a:t>producer surplus </a:t>
            </a:r>
            <a:r>
              <a:rPr lang="en-US" dirty="0"/>
              <a:t>at equilibrium?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C5A3D4-FF14-1F43-82E0-241B27E9D76A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$8000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8BE3A-06BB-4E41-8C44-4E75D831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727"/>
            <a:ext cx="4310743" cy="42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2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the market for octopus candle holders. What is </a:t>
            </a:r>
            <a:r>
              <a:rPr lang="en-US" b="1" dirty="0"/>
              <a:t>total surplus</a:t>
            </a:r>
            <a:r>
              <a:rPr lang="en-US" dirty="0"/>
              <a:t> at equilibrium?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C5A3D4-FF14-1F43-82E0-241B27E9D76A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$8000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8BE3A-06BB-4E41-8C44-4E75D831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727"/>
            <a:ext cx="4310743" cy="42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88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Amazon caps the price at $15. What is the new </a:t>
            </a:r>
            <a:r>
              <a:rPr lang="en-US" b="1" dirty="0"/>
              <a:t>producer surplus?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0C018C-A416-684A-8B21-4E0BC1A95E0F}"/>
              </a:ext>
            </a:extLst>
          </p:cNvPr>
          <p:cNvGrpSpPr/>
          <p:nvPr/>
        </p:nvGrpSpPr>
        <p:grpSpPr>
          <a:xfrm>
            <a:off x="1524000" y="40727"/>
            <a:ext cx="4310743" cy="4294163"/>
            <a:chOff x="1524000" y="40727"/>
            <a:chExt cx="4310743" cy="42941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78BE3A-06BB-4E41-8C44-4E75D8319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4000" y="40727"/>
              <a:ext cx="4310743" cy="4294163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048C71-3E24-374E-BE57-12D6F7B6277F}"/>
                </a:ext>
              </a:extLst>
            </p:cNvPr>
            <p:cNvCxnSpPr>
              <a:cxnSpLocks/>
            </p:cNvCxnSpPr>
            <p:nvPr/>
          </p:nvCxnSpPr>
          <p:spPr>
            <a:xfrm>
              <a:off x="2487384" y="2507911"/>
              <a:ext cx="2661556" cy="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4EFBF5B-0C78-E44E-8ABE-84EF889F3266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$1125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$1875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1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203C-65D2-8742-9F1B-7D1A4491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of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C2B1-663B-5240-B4ED-A66CB3F3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Competitive markets are usually efficient: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consumption to the potential </a:t>
            </a:r>
            <a:r>
              <a:rPr lang="en-US" b="1" dirty="0"/>
              <a:t>buyers who most value it.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sales to potential </a:t>
            </a:r>
            <a:r>
              <a:rPr lang="en-US" b="1" dirty="0"/>
              <a:t>sellers</a:t>
            </a:r>
            <a:r>
              <a:rPr lang="en-US" dirty="0"/>
              <a:t> who most value right to sell the good (e.g., </a:t>
            </a:r>
            <a:r>
              <a:rPr lang="en-US" b="1" dirty="0"/>
              <a:t>who have the lowest cost</a:t>
            </a:r>
            <a:r>
              <a:rPr lang="en-US" dirty="0"/>
              <a:t>).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They ensure that </a:t>
            </a:r>
            <a:r>
              <a:rPr lang="en-US" b="1" dirty="0"/>
              <a:t>all transactions are mutually beneficial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56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35A3-BC47-9A48-9B90-676EA0DF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markets </a:t>
            </a:r>
            <a:r>
              <a:rPr lang="en-US" b="1" i="1" dirty="0"/>
              <a:t>typically</a:t>
            </a:r>
            <a:r>
              <a:rPr lang="en-US" b="1" dirty="0"/>
              <a:t>  work so well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B3491-0427-3742-97B6-953E804F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Well-functioning markets are effective because of:</a:t>
            </a:r>
          </a:p>
          <a:p>
            <a:pPr marL="914400" indent="-447675">
              <a:buFont typeface="+mj-lt"/>
              <a:buAutoNum type="arabicPeriod"/>
            </a:pPr>
            <a:r>
              <a:rPr lang="en-US" sz="2800" b="1" dirty="0"/>
              <a:t>Property rights: </a:t>
            </a:r>
            <a:r>
              <a:rPr lang="en-US" sz="2800" dirty="0"/>
              <a:t>the rights of owners of valuable items, whether resources goods, to use those items as they </a:t>
            </a:r>
            <a:r>
              <a:rPr lang="en-US" sz="2800" dirty="0" err="1"/>
              <a:t>chooseor</a:t>
            </a:r>
            <a:r>
              <a:rPr lang="en-US" sz="2800" dirty="0"/>
              <a:t>.</a:t>
            </a:r>
            <a:endParaRPr lang="en-US" sz="2600" b="1" dirty="0"/>
          </a:p>
          <a:p>
            <a:pPr marL="914400" indent="-447675">
              <a:buFont typeface="+mj-lt"/>
              <a:buAutoNum type="arabicPeriod"/>
            </a:pPr>
            <a:r>
              <a:rPr lang="en-US" sz="2800" b="1" dirty="0"/>
              <a:t>Economic signals: </a:t>
            </a:r>
            <a:r>
              <a:rPr lang="en-US" sz="2800" dirty="0"/>
              <a:t>any piece of information that helps people make better economic decisions.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5886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1828800" y="1219200"/>
            <a:ext cx="84963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AC370-2E0D-6A41-B612-8E2EB564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Four sources of market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C934-886A-5A4B-ACA3-8429D804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tx1">
                  <a:lumMod val="50000"/>
                  <a:lumOff val="50000"/>
                </a:schemeClr>
              </a:buClr>
              <a:buNone/>
            </a:pPr>
            <a:r>
              <a:rPr lang="en-US" altLang="en-US" sz="3600" dirty="0">
                <a:solidFill>
                  <a:srgbClr val="C00000"/>
                </a:solidFill>
              </a:rPr>
              <a:t>Markets will not be efficient in the presence of </a:t>
            </a:r>
            <a:r>
              <a:rPr lang="en-US" altLang="en-US" sz="3600" b="1" u="sng" dirty="0">
                <a:solidFill>
                  <a:srgbClr val="C00000"/>
                </a:solidFill>
              </a:rPr>
              <a:t>market failures!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sz="3600" dirty="0">
              <a:solidFill>
                <a:srgbClr val="C00000"/>
              </a:solidFill>
            </a:endParaRP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Lack of competition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Information not shared by all parties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external benefits/costs (externalities)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public goods</a:t>
            </a:r>
          </a:p>
        </p:txBody>
      </p:sp>
    </p:spTree>
    <p:extLst>
      <p:ext uri="{BB962C8B-B14F-4D97-AF65-F5344CB8AC3E}">
        <p14:creationId xmlns:p14="http://schemas.microsoft.com/office/powerpoint/2010/main" val="388324144"/>
      </p:ext>
    </p:extLst>
  </p:cSld>
  <p:clrMapOvr>
    <a:masterClrMapping/>
  </p:clrMapOvr>
  <p:transition spd="slow"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1066</Words>
  <Application>Microsoft Macintosh PowerPoint</Application>
  <PresentationFormat>Widescreen</PresentationFormat>
  <Paragraphs>175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Candara</vt:lpstr>
      <vt:lpstr>Century Gothic</vt:lpstr>
      <vt:lpstr>Gill Sans</vt:lpstr>
      <vt:lpstr>Open Sans</vt:lpstr>
      <vt:lpstr>Open Sans Condensed</vt:lpstr>
      <vt:lpstr>Open Sans SemiBold</vt:lpstr>
      <vt:lpstr>Office Theme</vt:lpstr>
      <vt:lpstr>Consumer and producer surplus</vt:lpstr>
      <vt:lpstr>Buy some new shirts, George!</vt:lpstr>
      <vt:lpstr>Buy some new shirts, George!</vt:lpstr>
      <vt:lpstr>Calculating consumer surplus</vt:lpstr>
      <vt:lpstr>PowerPoint Presentation</vt:lpstr>
      <vt:lpstr>If the price of hamburgers is $2.50 today, what will happen to the price in the coming days/months?</vt:lpstr>
      <vt:lpstr>If the price of hamburgers rises, what will be the main effect on the chart?</vt:lpstr>
      <vt:lpstr>If the price of a hamburger is $2, consumer surplus will be …</vt:lpstr>
      <vt:lpstr>What is your consumer surplus?</vt:lpstr>
      <vt:lpstr>PowerPoint Presentation</vt:lpstr>
      <vt:lpstr>PowerPoint Presentation</vt:lpstr>
      <vt:lpstr>PowerPoint Presentation</vt:lpstr>
      <vt:lpstr>PowerPoint Presentation</vt:lpstr>
      <vt:lpstr>If the price of hamburgers is $2.50 today, what will happen to the price in the coming days/months?</vt:lpstr>
      <vt:lpstr>If the price of hamburgers rises, what will be the main effect on the chart?</vt:lpstr>
      <vt:lpstr>If the price of a hamburger is $2, consumer surplus will be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Efficiency of Markets</vt:lpstr>
      <vt:lpstr>Why markets typically  work so well</vt:lpstr>
      <vt:lpstr>Four sources of market failures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Models: Trade-offs and Trades </dc:title>
  <dc:creator>Emily Beam</dc:creator>
  <cp:lastModifiedBy>Emily Beam (she/her)</cp:lastModifiedBy>
  <cp:revision>83</cp:revision>
  <cp:lastPrinted>2022-01-22T19:16:55Z</cp:lastPrinted>
  <dcterms:created xsi:type="dcterms:W3CDTF">2017-01-14T13:26:33Z</dcterms:created>
  <dcterms:modified xsi:type="dcterms:W3CDTF">2023-06-15T15:35:23Z</dcterms:modified>
</cp:coreProperties>
</file>